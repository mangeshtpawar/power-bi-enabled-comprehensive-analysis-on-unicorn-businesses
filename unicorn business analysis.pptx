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2" r:id="rId4"/>
    <p:sldMasterId id="2147483746" r:id="rId5"/>
  </p:sldMasterIdLst>
  <p:notesMasterIdLst>
    <p:notesMasterId r:id="rId19"/>
  </p:notesMasterIdLst>
  <p:sldIdLst>
    <p:sldId id="1282" r:id="rId6"/>
    <p:sldId id="1290" r:id="rId7"/>
    <p:sldId id="1291" r:id="rId8"/>
    <p:sldId id="1292" r:id="rId9"/>
    <p:sldId id="1293" r:id="rId10"/>
    <p:sldId id="1294" r:id="rId11"/>
    <p:sldId id="1296" r:id="rId12"/>
    <p:sldId id="1297" r:id="rId13"/>
    <p:sldId id="1298" r:id="rId14"/>
    <p:sldId id="1299" r:id="rId15"/>
    <p:sldId id="1300" r:id="rId16"/>
    <p:sldId id="1295" r:id="rId17"/>
    <p:sldId id="1250"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88" userDrawn="1">
          <p15:clr>
            <a:srgbClr val="A4A3A4"/>
          </p15:clr>
        </p15:guide>
        <p15:guide id="2" pos="144" userDrawn="1">
          <p15:clr>
            <a:srgbClr val="A4A3A4"/>
          </p15:clr>
        </p15:guide>
        <p15:guide id="3" orient="horz" pos="852"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17D"/>
    <a:srgbClr val="223366"/>
    <a:srgbClr val="E8ECF8"/>
    <a:srgbClr val="C9D2ED"/>
    <a:srgbClr val="851910"/>
    <a:srgbClr val="0000FF"/>
    <a:srgbClr val="FFCD8C"/>
    <a:srgbClr val="9F5900"/>
    <a:srgbClr val="FF33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438" y="90"/>
      </p:cViewPr>
      <p:guideLst>
        <p:guide orient="horz" pos="588"/>
        <p:guide pos="144"/>
        <p:guide orient="horz" pos="852"/>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20" Type="http://customschemas.google.com/relationships/presentationmetadata" Target="metadata"/><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notesMaster" Target="notesMasters/notesMaster1.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lvl="0" algn="l">
              <a:lnSpc>
                <a:spcPct val="100000"/>
              </a:lnSpc>
              <a:spcBef>
                <a:spcPts val="0"/>
              </a:spcBef>
              <a:spcAft>
                <a:spcPts val="0"/>
              </a:spcAft>
              <a:buSzPts val="1100"/>
              <a:buNone/>
            </a:pPr>
            <a:endParaRPr lang="en" b="1"/>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0727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1168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11089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8256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453239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7122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8027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13428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21848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8522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57784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EBA23-5FDD-5D7E-F6FC-E4A6A7F5FDAF}"/>
              </a:ext>
            </a:extLst>
          </p:cNvPr>
          <p:cNvSpPr>
            <a:spLocks noGrp="1"/>
          </p:cNvSpPr>
          <p:nvPr>
            <p:ph type="ctrTitle"/>
          </p:nvPr>
        </p:nvSpPr>
        <p:spPr>
          <a:xfrm>
            <a:off x="1143000" y="841375"/>
            <a:ext cx="6858000" cy="17907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1DBF0E-B651-D205-69BC-E38929484D98}"/>
              </a:ext>
            </a:extLst>
          </p:cNvPr>
          <p:cNvSpPr>
            <a:spLocks noGrp="1"/>
          </p:cNvSpPr>
          <p:nvPr>
            <p:ph type="subTitle" idx="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C5EAFE9-FEB4-90FA-7604-E71268E9BE42}"/>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15-08-2025</a:t>
            </a:fld>
            <a:endParaRPr lang="en-IN"/>
          </a:p>
        </p:txBody>
      </p:sp>
      <p:sp>
        <p:nvSpPr>
          <p:cNvPr id="5" name="Footer Placeholder 4">
            <a:extLst>
              <a:ext uri="{FF2B5EF4-FFF2-40B4-BE49-F238E27FC236}">
                <a16:creationId xmlns:a16="http://schemas.microsoft.com/office/drawing/2014/main" id="{90042C0C-D784-7894-6E7A-A3163E7BD218}"/>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97E244B-37C0-9DC6-22CD-EB660918FB6E}"/>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3672296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357B7-1A74-AE21-4231-6A3BD6FFAA7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C8CC2F-5827-22D5-D0CD-6AB9F4163E47}"/>
              </a:ext>
            </a:extLst>
          </p:cNvPr>
          <p:cNvSpPr>
            <a:spLocks noGrp="1"/>
          </p:cNvSpPr>
          <p:nvPr>
            <p:ph idx="1"/>
          </p:nvPr>
        </p:nvSpPr>
        <p:spPr>
          <a:xfrm>
            <a:off x="628650" y="1370013"/>
            <a:ext cx="788670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5C6FD5-C3C6-194C-CBBF-F0992989045B}"/>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15-08-2025</a:t>
            </a:fld>
            <a:endParaRPr lang="en-IN"/>
          </a:p>
        </p:txBody>
      </p:sp>
      <p:sp>
        <p:nvSpPr>
          <p:cNvPr id="5" name="Footer Placeholder 4">
            <a:extLst>
              <a:ext uri="{FF2B5EF4-FFF2-40B4-BE49-F238E27FC236}">
                <a16:creationId xmlns:a16="http://schemas.microsoft.com/office/drawing/2014/main" id="{73574B56-D685-4165-F13B-086D869C780F}"/>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6DA53AD0-652A-8B63-B4F8-E64E7976E3AC}"/>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2160378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D8776-064D-C947-6F0A-07C1157DBB5B}"/>
              </a:ext>
            </a:extLst>
          </p:cNvPr>
          <p:cNvSpPr>
            <a:spLocks noGrp="1"/>
          </p:cNvSpPr>
          <p:nvPr>
            <p:ph type="title"/>
          </p:nvPr>
        </p:nvSpPr>
        <p:spPr>
          <a:xfrm>
            <a:off x="623888" y="1282700"/>
            <a:ext cx="7886700" cy="2139950"/>
          </a:xfrm>
          <a:prstGeom prst="rect">
            <a:avLst/>
          </a:prstGeo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97AF1F-1E9E-C1AB-35F2-7FCF85FEA10C}"/>
              </a:ext>
            </a:extLst>
          </p:cNvPr>
          <p:cNvSpPr>
            <a:spLocks noGrp="1"/>
          </p:cNvSpPr>
          <p:nvPr>
            <p:ph type="body" idx="1"/>
          </p:nvPr>
        </p:nvSpPr>
        <p:spPr>
          <a:xfrm>
            <a:off x="623888" y="3441700"/>
            <a:ext cx="7886700" cy="1125538"/>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0203F7-4A67-44F8-1EBE-73C704B5F33A}"/>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15-08-2025</a:t>
            </a:fld>
            <a:endParaRPr lang="en-IN"/>
          </a:p>
        </p:txBody>
      </p:sp>
      <p:sp>
        <p:nvSpPr>
          <p:cNvPr id="5" name="Footer Placeholder 4">
            <a:extLst>
              <a:ext uri="{FF2B5EF4-FFF2-40B4-BE49-F238E27FC236}">
                <a16:creationId xmlns:a16="http://schemas.microsoft.com/office/drawing/2014/main" id="{522099F4-B0B6-A02C-D33D-42B8CF9C4F4F}"/>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2463AEAC-197E-65FD-B921-6662926A1BBB}"/>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1390917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DC773-098A-371D-576C-4D005AAD1014}"/>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61678A3-157A-338B-1D0E-5DEA10A09599}"/>
              </a:ext>
            </a:extLst>
          </p:cNvPr>
          <p:cNvSpPr>
            <a:spLocks noGrp="1"/>
          </p:cNvSpPr>
          <p:nvPr>
            <p:ph sz="half" idx="1"/>
          </p:nvPr>
        </p:nvSpPr>
        <p:spPr>
          <a:xfrm>
            <a:off x="628650" y="1370013"/>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0F0D3D6-28A0-B7DB-AA55-7E1AB265D8D3}"/>
              </a:ext>
            </a:extLst>
          </p:cNvPr>
          <p:cNvSpPr>
            <a:spLocks noGrp="1"/>
          </p:cNvSpPr>
          <p:nvPr>
            <p:ph sz="half" idx="2"/>
          </p:nvPr>
        </p:nvSpPr>
        <p:spPr>
          <a:xfrm>
            <a:off x="4648200" y="1370013"/>
            <a:ext cx="3867150" cy="32623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D759DB-2EFB-5AB8-F2C0-4594FD8EF79B}"/>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15-08-2025</a:t>
            </a:fld>
            <a:endParaRPr lang="en-IN"/>
          </a:p>
        </p:txBody>
      </p:sp>
      <p:sp>
        <p:nvSpPr>
          <p:cNvPr id="6" name="Footer Placeholder 5">
            <a:extLst>
              <a:ext uri="{FF2B5EF4-FFF2-40B4-BE49-F238E27FC236}">
                <a16:creationId xmlns:a16="http://schemas.microsoft.com/office/drawing/2014/main" id="{940AB47A-E9F3-E30E-4D25-BDB935FA99D1}"/>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4DF4B1E9-6E84-BC5A-9F68-AC8BD08A64DF}"/>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1167681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11BC7-998D-6DF5-4AE4-39C9EA003C12}"/>
              </a:ext>
            </a:extLst>
          </p:cNvPr>
          <p:cNvSpPr>
            <a:spLocks noGrp="1"/>
          </p:cNvSpPr>
          <p:nvPr>
            <p:ph type="title"/>
          </p:nvPr>
        </p:nvSpPr>
        <p:spPr>
          <a:xfrm>
            <a:off x="630238" y="274638"/>
            <a:ext cx="7886700" cy="993775"/>
          </a:xfrm>
          <a:prstGeom prst="rect">
            <a:avLst/>
          </a:prstGeo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86AF4A-23F2-79CA-C667-8C4F35BF57DD}"/>
              </a:ext>
            </a:extLst>
          </p:cNvPr>
          <p:cNvSpPr>
            <a:spLocks noGrp="1"/>
          </p:cNvSpPr>
          <p:nvPr>
            <p:ph type="body" idx="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17276D-1914-7EB5-3698-A01774DF1735}"/>
              </a:ext>
            </a:extLst>
          </p:cNvPr>
          <p:cNvSpPr>
            <a:spLocks noGrp="1"/>
          </p:cNvSpPr>
          <p:nvPr>
            <p:ph sz="half" idx="2"/>
          </p:nvPr>
        </p:nvSpPr>
        <p:spPr>
          <a:xfrm>
            <a:off x="630238" y="1879600"/>
            <a:ext cx="3868737"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FACDF0B-5FBC-8A48-3967-A5A9B60BBE1B}"/>
              </a:ext>
            </a:extLst>
          </p:cNvPr>
          <p:cNvSpPr>
            <a:spLocks noGrp="1"/>
          </p:cNvSpPr>
          <p:nvPr>
            <p:ph type="body" sz="quarter" idx="3"/>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AD8437-251D-CB33-46CE-F1B208C3DE0A}"/>
              </a:ext>
            </a:extLst>
          </p:cNvPr>
          <p:cNvSpPr>
            <a:spLocks noGrp="1"/>
          </p:cNvSpPr>
          <p:nvPr>
            <p:ph sz="quarter" idx="4"/>
          </p:nvPr>
        </p:nvSpPr>
        <p:spPr>
          <a:xfrm>
            <a:off x="4629150" y="1879600"/>
            <a:ext cx="3887788" cy="276225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43DB15A-3C4B-088C-31D9-9D7FADA4117E}"/>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15-08-2025</a:t>
            </a:fld>
            <a:endParaRPr lang="en-IN"/>
          </a:p>
        </p:txBody>
      </p:sp>
      <p:sp>
        <p:nvSpPr>
          <p:cNvPr id="8" name="Footer Placeholder 7">
            <a:extLst>
              <a:ext uri="{FF2B5EF4-FFF2-40B4-BE49-F238E27FC236}">
                <a16:creationId xmlns:a16="http://schemas.microsoft.com/office/drawing/2014/main" id="{A2FCD596-67EF-7A66-AED7-23CF46204AB7}"/>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9" name="Slide Number Placeholder 8">
            <a:extLst>
              <a:ext uri="{FF2B5EF4-FFF2-40B4-BE49-F238E27FC236}">
                <a16:creationId xmlns:a16="http://schemas.microsoft.com/office/drawing/2014/main" id="{C4D5DBB6-49F0-7026-4382-9F1CC71BD409}"/>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2644819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E66A4-83CF-94A2-2F9D-EB0EA91EFFEA}"/>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96E68E2-F84C-3629-3FE2-83DD00EACA5E}"/>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15-08-2025</a:t>
            </a:fld>
            <a:endParaRPr lang="en-IN"/>
          </a:p>
        </p:txBody>
      </p:sp>
      <p:sp>
        <p:nvSpPr>
          <p:cNvPr id="4" name="Footer Placeholder 3">
            <a:extLst>
              <a:ext uri="{FF2B5EF4-FFF2-40B4-BE49-F238E27FC236}">
                <a16:creationId xmlns:a16="http://schemas.microsoft.com/office/drawing/2014/main" id="{F04CCCF5-8802-F0B8-E635-C4316F70ED59}"/>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5" name="Slide Number Placeholder 4">
            <a:extLst>
              <a:ext uri="{FF2B5EF4-FFF2-40B4-BE49-F238E27FC236}">
                <a16:creationId xmlns:a16="http://schemas.microsoft.com/office/drawing/2014/main" id="{D93F6E91-77AB-EEFA-9CDE-D8D369E6A539}"/>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1742999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F82D9E-CF8F-D821-0EF0-82F39D6875D4}"/>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15-08-2025</a:t>
            </a:fld>
            <a:endParaRPr lang="en-IN"/>
          </a:p>
        </p:txBody>
      </p:sp>
      <p:sp>
        <p:nvSpPr>
          <p:cNvPr id="3" name="Footer Placeholder 2">
            <a:extLst>
              <a:ext uri="{FF2B5EF4-FFF2-40B4-BE49-F238E27FC236}">
                <a16:creationId xmlns:a16="http://schemas.microsoft.com/office/drawing/2014/main" id="{C23170A1-58D7-78F7-D58A-811ADFF737E5}"/>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4" name="Slide Number Placeholder 3">
            <a:extLst>
              <a:ext uri="{FF2B5EF4-FFF2-40B4-BE49-F238E27FC236}">
                <a16:creationId xmlns:a16="http://schemas.microsoft.com/office/drawing/2014/main" id="{F2A898F9-6042-211C-FE5E-E3195182B7AA}"/>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1239744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8AA64-E432-8D59-6526-E68F7AC80EA1}"/>
              </a:ext>
            </a:extLst>
          </p:cNvPr>
          <p:cNvSpPr>
            <a:spLocks noGrp="1"/>
          </p:cNvSpPr>
          <p:nvPr>
            <p:ph type="title"/>
          </p:nvPr>
        </p:nvSpPr>
        <p:spPr>
          <a:xfrm>
            <a:off x="630238" y="342900"/>
            <a:ext cx="2949575" cy="1200150"/>
          </a:xfrm>
          <a:prstGeom prst="rect">
            <a:avLst/>
          </a:prstGeo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71D2085-944B-0B62-B557-11D0053DE106}"/>
              </a:ext>
            </a:extLst>
          </p:cNvPr>
          <p:cNvSpPr>
            <a:spLocks noGrp="1"/>
          </p:cNvSpPr>
          <p:nvPr>
            <p:ph idx="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EB889BD-8520-EE29-14ED-24E88F0C13D6}"/>
              </a:ext>
            </a:extLst>
          </p:cNvPr>
          <p:cNvSpPr>
            <a:spLocks noGrp="1"/>
          </p:cNvSpPr>
          <p:nvPr>
            <p:ph type="body" sz="half" idx="2"/>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9AA8EC-BC22-DD8C-CC7C-5CD2AD69637C}"/>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15-08-2025</a:t>
            </a:fld>
            <a:endParaRPr lang="en-IN"/>
          </a:p>
        </p:txBody>
      </p:sp>
      <p:sp>
        <p:nvSpPr>
          <p:cNvPr id="6" name="Footer Placeholder 5">
            <a:extLst>
              <a:ext uri="{FF2B5EF4-FFF2-40B4-BE49-F238E27FC236}">
                <a16:creationId xmlns:a16="http://schemas.microsoft.com/office/drawing/2014/main" id="{D07ED4E8-E1B9-BC44-48DF-EA2B09D992CB}"/>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EA28F55D-018D-571C-11FF-8F79FAAA5F70}"/>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704899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F3725-BD84-E963-3DD7-9EDA57001058}"/>
              </a:ext>
            </a:extLst>
          </p:cNvPr>
          <p:cNvSpPr>
            <a:spLocks noGrp="1"/>
          </p:cNvSpPr>
          <p:nvPr>
            <p:ph type="title"/>
          </p:nvPr>
        </p:nvSpPr>
        <p:spPr>
          <a:xfrm>
            <a:off x="630238" y="342900"/>
            <a:ext cx="2949575" cy="1200150"/>
          </a:xfrm>
          <a:prstGeom prst="rect">
            <a:avLst/>
          </a:prstGeo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A1B5E6C-B120-BDBD-A118-74E930F95320}"/>
              </a:ext>
            </a:extLst>
          </p:cNvPr>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0ED917-6757-883A-86C3-14AFBCE31FF0}"/>
              </a:ext>
            </a:extLst>
          </p:cNvPr>
          <p:cNvSpPr>
            <a:spLocks noGrp="1"/>
          </p:cNvSpPr>
          <p:nvPr>
            <p:ph type="body" sz="half" idx="2"/>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38C69D-33B2-26F1-3AFC-2A4C100F9EB4}"/>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15-08-2025</a:t>
            </a:fld>
            <a:endParaRPr lang="en-IN"/>
          </a:p>
        </p:txBody>
      </p:sp>
      <p:sp>
        <p:nvSpPr>
          <p:cNvPr id="6" name="Footer Placeholder 5">
            <a:extLst>
              <a:ext uri="{FF2B5EF4-FFF2-40B4-BE49-F238E27FC236}">
                <a16:creationId xmlns:a16="http://schemas.microsoft.com/office/drawing/2014/main" id="{1720A899-749A-96A6-52E3-5513E02E156A}"/>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7" name="Slide Number Placeholder 6">
            <a:extLst>
              <a:ext uri="{FF2B5EF4-FFF2-40B4-BE49-F238E27FC236}">
                <a16:creationId xmlns:a16="http://schemas.microsoft.com/office/drawing/2014/main" id="{7E5EE06A-6BB2-C7F9-0A30-ECA5F6491262}"/>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1784127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4C180-BF96-096D-0F74-E23F93095807}"/>
              </a:ext>
            </a:extLst>
          </p:cNvPr>
          <p:cNvSpPr>
            <a:spLocks noGrp="1"/>
          </p:cNvSpPr>
          <p:nvPr>
            <p:ph type="title"/>
          </p:nvPr>
        </p:nvSpPr>
        <p:spPr>
          <a:xfrm>
            <a:off x="628650" y="274638"/>
            <a:ext cx="7886700" cy="993775"/>
          </a:xfrm>
          <a:prstGeom prst="rect">
            <a:avLst/>
          </a:prstGeom>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A78D2F-2EAD-1FA2-9475-C228A7E9B4A6}"/>
              </a:ext>
            </a:extLst>
          </p:cNvPr>
          <p:cNvSpPr>
            <a:spLocks noGrp="1"/>
          </p:cNvSpPr>
          <p:nvPr>
            <p:ph type="body" orient="vert" idx="1"/>
          </p:nvPr>
        </p:nvSpPr>
        <p:spPr>
          <a:xfrm>
            <a:off x="628650" y="1370013"/>
            <a:ext cx="7886700" cy="32623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914C92-1C92-C326-AE2B-EE64852E687B}"/>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15-08-2025</a:t>
            </a:fld>
            <a:endParaRPr lang="en-IN"/>
          </a:p>
        </p:txBody>
      </p:sp>
      <p:sp>
        <p:nvSpPr>
          <p:cNvPr id="5" name="Footer Placeholder 4">
            <a:extLst>
              <a:ext uri="{FF2B5EF4-FFF2-40B4-BE49-F238E27FC236}">
                <a16:creationId xmlns:a16="http://schemas.microsoft.com/office/drawing/2014/main" id="{C42D40DF-8956-65BF-5B16-FCF84638AC22}"/>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8E2B801-4415-647B-D7B8-398663FE2B85}"/>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3028087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935E50-9753-5324-3CBE-2DB02823BAD1}"/>
              </a:ext>
            </a:extLst>
          </p:cNvPr>
          <p:cNvSpPr>
            <a:spLocks noGrp="1"/>
          </p:cNvSpPr>
          <p:nvPr>
            <p:ph type="title" orient="vert"/>
          </p:nvPr>
        </p:nvSpPr>
        <p:spPr>
          <a:xfrm>
            <a:off x="6543675" y="274638"/>
            <a:ext cx="1971675" cy="4357687"/>
          </a:xfrm>
          <a:prstGeom prst="rect">
            <a:avLst/>
          </a:prstGeo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96334F-1BF5-5B8C-3F90-84BF75B51BC0}"/>
              </a:ext>
            </a:extLst>
          </p:cNvPr>
          <p:cNvSpPr>
            <a:spLocks noGrp="1"/>
          </p:cNvSpPr>
          <p:nvPr>
            <p:ph type="body" orient="vert" idx="1"/>
          </p:nvPr>
        </p:nvSpPr>
        <p:spPr>
          <a:xfrm>
            <a:off x="628650" y="274638"/>
            <a:ext cx="5762625" cy="43576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37E210-CB85-84DD-090A-44C7C1797C02}"/>
              </a:ext>
            </a:extLst>
          </p:cNvPr>
          <p:cNvSpPr>
            <a:spLocks noGrp="1"/>
          </p:cNvSpPr>
          <p:nvPr>
            <p:ph type="dt" sz="half" idx="10"/>
          </p:nvPr>
        </p:nvSpPr>
        <p:spPr>
          <a:xfrm>
            <a:off x="628650" y="4767263"/>
            <a:ext cx="2057400" cy="274637"/>
          </a:xfrm>
          <a:prstGeom prst="rect">
            <a:avLst/>
          </a:prstGeom>
        </p:spPr>
        <p:txBody>
          <a:bodyPr/>
          <a:lstStyle/>
          <a:p>
            <a:fld id="{757799B1-BD81-4C27-AC39-14752E0AA9C5}" type="datetimeFigureOut">
              <a:rPr lang="en-IN" smtClean="0"/>
              <a:t>15-08-2025</a:t>
            </a:fld>
            <a:endParaRPr lang="en-IN"/>
          </a:p>
        </p:txBody>
      </p:sp>
      <p:sp>
        <p:nvSpPr>
          <p:cNvPr id="5" name="Footer Placeholder 4">
            <a:extLst>
              <a:ext uri="{FF2B5EF4-FFF2-40B4-BE49-F238E27FC236}">
                <a16:creationId xmlns:a16="http://schemas.microsoft.com/office/drawing/2014/main" id="{FB46FBE5-BF73-7C52-C3DF-B06D7641ECF1}"/>
              </a:ext>
            </a:extLst>
          </p:cNvPr>
          <p:cNvSpPr>
            <a:spLocks noGrp="1"/>
          </p:cNvSpPr>
          <p:nvPr>
            <p:ph type="ftr" sz="quarter" idx="11"/>
          </p:nvPr>
        </p:nvSpPr>
        <p:spPr>
          <a:xfrm>
            <a:off x="3028950" y="4767263"/>
            <a:ext cx="3086100" cy="274637"/>
          </a:xfrm>
          <a:prstGeom prst="rect">
            <a:avLst/>
          </a:prstGeom>
        </p:spPr>
        <p:txBody>
          <a:bodyPr/>
          <a:lstStyle/>
          <a:p>
            <a:endParaRPr lang="en-IN"/>
          </a:p>
        </p:txBody>
      </p:sp>
      <p:sp>
        <p:nvSpPr>
          <p:cNvPr id="6" name="Slide Number Placeholder 5">
            <a:extLst>
              <a:ext uri="{FF2B5EF4-FFF2-40B4-BE49-F238E27FC236}">
                <a16:creationId xmlns:a16="http://schemas.microsoft.com/office/drawing/2014/main" id="{5754D43C-F065-8BD6-C622-543D4321EB53}"/>
              </a:ext>
            </a:extLst>
          </p:cNvPr>
          <p:cNvSpPr>
            <a:spLocks noGrp="1"/>
          </p:cNvSpPr>
          <p:nvPr>
            <p:ph type="sldNum" sz="quarter" idx="12"/>
          </p:nvPr>
        </p:nvSpPr>
        <p:spPr>
          <a:xfrm>
            <a:off x="6457950" y="4767263"/>
            <a:ext cx="2057400" cy="274637"/>
          </a:xfrm>
          <a:prstGeom prst="rect">
            <a:avLst/>
          </a:prstGeom>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6542617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7799B1-BD81-4C27-AC39-14752E0AA9C5}" type="datetimeFigureOut">
              <a:rPr lang="en-IN" smtClean="0"/>
              <a:t>15-08-2025</a:t>
            </a:fld>
            <a:endParaRPr lang="en-IN"/>
          </a:p>
        </p:txBody>
      </p:sp>
      <p:sp>
        <p:nvSpPr>
          <p:cNvPr id="5" name="Footer Placeholder 4"/>
          <p:cNvSpPr>
            <a:spLocks noGrp="1"/>
          </p:cNvSpPr>
          <p:nvPr>
            <p:ph type="ftr" sz="quarter" idx="11"/>
          </p:nvPr>
        </p:nvSpPr>
        <p:spPr>
          <a:xfrm>
            <a:off x="1812376" y="246981"/>
            <a:ext cx="3730436" cy="231901"/>
          </a:xfrm>
        </p:spPr>
        <p:txBody>
          <a:bodyPr/>
          <a:lstStyle/>
          <a:p>
            <a:endParaRPr lang="en-IN"/>
          </a:p>
        </p:txBody>
      </p:sp>
      <p:sp>
        <p:nvSpPr>
          <p:cNvPr id="6" name="Slide Number Placeholder 5"/>
          <p:cNvSpPr>
            <a:spLocks noGrp="1"/>
          </p:cNvSpPr>
          <p:nvPr>
            <p:ph type="sldNum" sz="quarter" idx="12"/>
          </p:nvPr>
        </p:nvSpPr>
        <p:spPr>
          <a:xfrm>
            <a:off x="1078249" y="599230"/>
            <a:ext cx="608264" cy="377684"/>
          </a:xfrm>
        </p:spPr>
        <p:txBody>
          <a:bodyPr/>
          <a:lstStyle/>
          <a:p>
            <a:fld id="{46D0F184-99CC-4BD8-B5C7-8D3F468855F6}" type="slidenum">
              <a:rPr lang="en-IN" smtClean="0"/>
              <a:t>‹#›</a:t>
            </a:fld>
            <a:endParaRPr lang="en-IN"/>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3421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7799B1-BD81-4C27-AC39-14752E0AA9C5}" type="datetimeFigureOut">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D0F184-99CC-4BD8-B5C7-8D3F468855F6}" type="slidenum">
              <a:rPr lang="en-IN" smtClean="0"/>
              <a:t>‹#›</a:t>
            </a:fld>
            <a:endParaRPr lang="en-IN"/>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49534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7799B1-BD81-4C27-AC39-14752E0AA9C5}" type="datetimeFigureOut">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D0F184-99CC-4BD8-B5C7-8D3F468855F6}" type="slidenum">
              <a:rPr lang="en-IN" smtClean="0"/>
              <a:t>‹#›</a:t>
            </a:fld>
            <a:endParaRPr lang="en-IN"/>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426643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7799B1-BD81-4C27-AC39-14752E0AA9C5}" type="datetimeFigureOut">
              <a:rPr lang="en-IN" smtClean="0"/>
              <a:t>15-08-2025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D0F184-99CC-4BD8-B5C7-8D3F468855F6}" type="slidenum">
              <a:rPr lang="en-IN" smtClean="0"/>
              <a:t>‹#›</a:t>
            </a:fld>
            <a:endParaRPr lang="en-IN"/>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0366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7799B1-BD81-4C27-AC39-14752E0AA9C5}" type="datetimeFigureOut">
              <a:rPr lang="en-IN" smtClean="0"/>
              <a:t>15-08-2025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D0F184-99CC-4BD8-B5C7-8D3F468855F6}" type="slidenum">
              <a:rPr lang="en-IN" smtClean="0"/>
              <a:t>‹#›</a:t>
            </a:fld>
            <a:endParaRPr lang="en-IN"/>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069856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7799B1-BD81-4C27-AC39-14752E0AA9C5}" type="datetimeFigureOut">
              <a:rPr lang="en-IN" smtClean="0"/>
              <a:t>15-08-2025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D0F184-99CC-4BD8-B5C7-8D3F468855F6}" type="slidenum">
              <a:rPr lang="en-IN" smtClean="0"/>
              <a:t>‹#›</a:t>
            </a:fld>
            <a:endParaRPr lang="en-IN"/>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607342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799B1-BD81-4C27-AC39-14752E0AA9C5}" type="datetimeFigureOut">
              <a:rPr lang="en-IN" smtClean="0"/>
              <a:t>15-08-2025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6D0F184-99CC-4BD8-B5C7-8D3F468855F6}" type="slidenum">
              <a:rPr lang="en-IN" smtClean="0"/>
              <a:t>‹#›</a:t>
            </a:fld>
            <a:endParaRPr lang="en-IN"/>
          </a:p>
        </p:txBody>
      </p:sp>
    </p:spTree>
    <p:extLst>
      <p:ext uri="{BB962C8B-B14F-4D97-AF65-F5344CB8AC3E}">
        <p14:creationId xmlns:p14="http://schemas.microsoft.com/office/powerpoint/2010/main" val="10830469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57799B1-BD81-4C27-AC39-14752E0AA9C5}" type="datetimeFigureOut">
              <a:rPr lang="en-IN" smtClean="0"/>
              <a:t>15-08-2025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D0F184-99CC-4BD8-B5C7-8D3F468855F6}" type="slidenum">
              <a:rPr lang="en-IN" smtClean="0"/>
              <a:t>‹#›</a:t>
            </a:fld>
            <a:endParaRPr lang="en-IN"/>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727090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757799B1-BD81-4C27-AC39-14752E0AA9C5}" type="datetimeFigureOut">
              <a:rPr lang="en-IN" smtClean="0"/>
              <a:t>15-08-2025</a:t>
            </a:fld>
            <a:endParaRPr lang="en-IN"/>
          </a:p>
        </p:txBody>
      </p:sp>
      <p:sp>
        <p:nvSpPr>
          <p:cNvPr id="6" name="Footer Placeholder 5"/>
          <p:cNvSpPr>
            <a:spLocks noGrp="1"/>
          </p:cNvSpPr>
          <p:nvPr>
            <p:ph type="ftr" sz="quarter" idx="11"/>
          </p:nvPr>
        </p:nvSpPr>
        <p:spPr>
          <a:xfrm>
            <a:off x="1085537" y="238981"/>
            <a:ext cx="4155753" cy="240698"/>
          </a:xfrm>
        </p:spPr>
        <p:txBody>
          <a:bodyPr/>
          <a:lstStyle/>
          <a:p>
            <a:endParaRPr lang="en-US" dirty="0"/>
          </a:p>
        </p:txBody>
      </p:sp>
      <p:sp>
        <p:nvSpPr>
          <p:cNvPr id="7" name="Slide Number Placeholder 6"/>
          <p:cNvSpPr>
            <a:spLocks noGrp="1"/>
          </p:cNvSpPr>
          <p:nvPr>
            <p:ph type="sldNum" sz="quarter" idx="12"/>
          </p:nvPr>
        </p:nvSpPr>
        <p:spPr/>
        <p:txBody>
          <a:bodyPr/>
          <a:lstStyle/>
          <a:p>
            <a:fld id="{46D0F184-99CC-4BD8-B5C7-8D3F468855F6}" type="slidenum">
              <a:rPr lang="en-IN" smtClean="0"/>
              <a:t>‹#›</a:t>
            </a:fld>
            <a:endParaRPr lang="en-IN"/>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310575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7799B1-BD81-4C27-AC39-14752E0AA9C5}" type="datetimeFigureOut">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D0F184-99CC-4BD8-B5C7-8D3F468855F6}" type="slidenum">
              <a:rPr lang="en-IN" smtClean="0"/>
              <a:t>‹#›</a:t>
            </a:fld>
            <a:endParaRPr lang="en-IN"/>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348549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7799B1-BD81-4C27-AC39-14752E0AA9C5}" type="datetimeFigureOut">
              <a:rPr lang="en-IN" smtClean="0"/>
              <a:t>15-08-2025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D0F184-99CC-4BD8-B5C7-8D3F468855F6}" type="slidenum">
              <a:rPr lang="en-IN" smtClean="0"/>
              <a:t>‹#›</a:t>
            </a:fld>
            <a:endParaRPr lang="en-IN"/>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2231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872611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48A87A34-81AB-432B-8DAE-1953F412C126}" type="datetimeFigureOut">
              <a:rPr lang="en-US" dirty="0"/>
              <a:pPr/>
              <a:t>8/15/2025</a:t>
            </a:fld>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729427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grpSp>
        <p:nvGrpSpPr>
          <p:cNvPr id="10" name="Group 9">
            <a:extLst>
              <a:ext uri="{FF2B5EF4-FFF2-40B4-BE49-F238E27FC236}">
                <a16:creationId xmlns:a16="http://schemas.microsoft.com/office/drawing/2014/main" id="{80D2C29E-66A5-D13B-1825-539B2100EB68}"/>
              </a:ext>
            </a:extLst>
          </p:cNvPr>
          <p:cNvGrpSpPr/>
          <p:nvPr/>
        </p:nvGrpSpPr>
        <p:grpSpPr>
          <a:xfrm>
            <a:off x="743919" y="1340601"/>
            <a:ext cx="7656162" cy="3161654"/>
            <a:chOff x="922150" y="1325103"/>
            <a:chExt cx="7656162" cy="3161654"/>
          </a:xfrm>
        </p:grpSpPr>
        <p:sp>
          <p:nvSpPr>
            <p:cNvPr id="3" name="Rectangle 2">
              <a:extLst>
                <a:ext uri="{FF2B5EF4-FFF2-40B4-BE49-F238E27FC236}">
                  <a16:creationId xmlns:a16="http://schemas.microsoft.com/office/drawing/2014/main" id="{FDDCC566-B000-7B3E-F778-C19DE993DFF5}"/>
                </a:ext>
              </a:extLst>
            </p:cNvPr>
            <p:cNvSpPr/>
            <p:nvPr/>
          </p:nvSpPr>
          <p:spPr>
            <a:xfrm>
              <a:off x="1376643" y="1571218"/>
              <a:ext cx="7201669" cy="2623250"/>
            </a:xfrm>
            <a:prstGeom prst="rect">
              <a:avLst/>
            </a:prstGeom>
            <a:solidFill>
              <a:srgbClr val="E8ECF8"/>
            </a:solidFill>
            <a:ln>
              <a:solidFill>
                <a:srgbClr val="2233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1640C382-94E9-1DDA-BE8A-521BEB626F59}"/>
                </a:ext>
              </a:extLst>
            </p:cNvPr>
            <p:cNvSpPr/>
            <p:nvPr/>
          </p:nvSpPr>
          <p:spPr>
            <a:xfrm>
              <a:off x="922150" y="1325103"/>
              <a:ext cx="697424" cy="3161654"/>
            </a:xfrm>
            <a:prstGeom prst="rect">
              <a:avLst/>
            </a:prstGeom>
            <a:solidFill>
              <a:srgbClr val="223366"/>
            </a:solidFill>
            <a:ln>
              <a:solidFill>
                <a:srgbClr val="22336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7">
              <a:extLst>
                <a:ext uri="{FF2B5EF4-FFF2-40B4-BE49-F238E27FC236}">
                  <a16:creationId xmlns:a16="http://schemas.microsoft.com/office/drawing/2014/main" id="{9AF297CE-9F11-2600-2058-A27EC2B5D9D4}"/>
                </a:ext>
              </a:extLst>
            </p:cNvPr>
            <p:cNvSpPr txBox="1"/>
            <p:nvPr/>
          </p:nvSpPr>
          <p:spPr>
            <a:xfrm>
              <a:off x="1899598" y="3431892"/>
              <a:ext cx="6328712" cy="51232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96"/>
                </a:lnSpc>
                <a:spcBef>
                  <a:spcPct val="0"/>
                </a:spcBef>
              </a:pPr>
              <a:r>
                <a:rPr lang="en-US" sz="1600" dirty="0">
                  <a:solidFill>
                    <a:schemeClr val="accent2">
                      <a:lumMod val="75000"/>
                    </a:schemeClr>
                  </a:solidFill>
                  <a:latin typeface="+mj-lt"/>
                </a:rPr>
                <a:t>Abstract | Problem Statement | Project Overview |</a:t>
              </a:r>
              <a:r>
                <a:rPr lang="en-US" sz="1600" dirty="0">
                  <a:solidFill>
                    <a:schemeClr val="accent2">
                      <a:lumMod val="75000"/>
                    </a:schemeClr>
                  </a:solidFill>
                  <a:latin typeface="+mj-lt"/>
                  <a:ea typeface="+mn-lt"/>
                  <a:cs typeface="Poppins"/>
                </a:rPr>
                <a:t> Proposed </a:t>
              </a:r>
              <a:r>
                <a:rPr lang="en-US" sz="1600" dirty="0">
                  <a:solidFill>
                    <a:schemeClr val="accent2">
                      <a:lumMod val="75000"/>
                    </a:schemeClr>
                  </a:solidFill>
                  <a:latin typeface="+mj-lt"/>
                  <a:ea typeface="+mn-lt"/>
                  <a:cs typeface="+mn-lt"/>
                </a:rPr>
                <a:t>Solution </a:t>
              </a:r>
              <a:r>
                <a:rPr lang="en-US" sz="1600" dirty="0">
                  <a:solidFill>
                    <a:schemeClr val="accent2">
                      <a:lumMod val="75000"/>
                    </a:schemeClr>
                  </a:solidFill>
                  <a:latin typeface="+mj-lt"/>
                </a:rPr>
                <a:t>| </a:t>
              </a:r>
              <a:r>
                <a:rPr lang="en-US" sz="1600" dirty="0">
                  <a:solidFill>
                    <a:schemeClr val="accent2">
                      <a:lumMod val="75000"/>
                    </a:schemeClr>
                  </a:solidFill>
                  <a:latin typeface="+mj-lt"/>
                  <a:ea typeface="+mn-lt"/>
                  <a:cs typeface="Poppins"/>
                </a:rPr>
                <a:t>Technology Used</a:t>
              </a:r>
              <a:r>
                <a:rPr lang="en-US" sz="1600" dirty="0">
                  <a:solidFill>
                    <a:schemeClr val="accent2">
                      <a:lumMod val="75000"/>
                    </a:schemeClr>
                  </a:solidFill>
                  <a:latin typeface="+mj-lt"/>
                </a:rPr>
                <a:t> | Modelling &amp; Results </a:t>
              </a:r>
              <a:r>
                <a:rPr lang="en-US" sz="1600" dirty="0">
                  <a:solidFill>
                    <a:schemeClr val="accent2">
                      <a:lumMod val="75000"/>
                    </a:schemeClr>
                  </a:solidFill>
                  <a:latin typeface="+mj-lt"/>
                  <a:ea typeface="+mn-lt"/>
                  <a:cs typeface="+mn-lt"/>
                </a:rPr>
                <a:t>| Conclusion | Q&amp;A</a:t>
              </a:r>
              <a:endParaRPr lang="en-US" sz="1600" dirty="0">
                <a:solidFill>
                  <a:schemeClr val="accent2">
                    <a:lumMod val="75000"/>
                  </a:schemeClr>
                </a:solidFill>
                <a:latin typeface="+mj-lt"/>
                <a:cs typeface="Poppins"/>
              </a:endParaRPr>
            </a:p>
          </p:txBody>
        </p:sp>
        <p:sp>
          <p:nvSpPr>
            <p:cNvPr id="8" name="TextBox 10">
              <a:extLst>
                <a:ext uri="{FF2B5EF4-FFF2-40B4-BE49-F238E27FC236}">
                  <a16:creationId xmlns:a16="http://schemas.microsoft.com/office/drawing/2014/main" id="{D4240D32-9BCC-D793-EF34-3F436C714765}"/>
                </a:ext>
              </a:extLst>
            </p:cNvPr>
            <p:cNvSpPr txBox="1"/>
            <p:nvPr/>
          </p:nvSpPr>
          <p:spPr>
            <a:xfrm>
              <a:off x="2327595" y="2171531"/>
              <a:ext cx="5323429" cy="769441"/>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996"/>
                </a:lnSpc>
                <a:spcBef>
                  <a:spcPct val="0"/>
                </a:spcBef>
              </a:pPr>
              <a:r>
                <a:rPr lang="en-US" sz="1600" dirty="0">
                  <a:latin typeface="+mj-lt"/>
                </a:rPr>
                <a:t>Project Title</a:t>
              </a:r>
            </a:p>
            <a:p>
              <a:pPr algn="ctr">
                <a:lnSpc>
                  <a:spcPts val="1996"/>
                </a:lnSpc>
                <a:spcBef>
                  <a:spcPct val="0"/>
                </a:spcBef>
              </a:pPr>
              <a:r>
                <a:rPr lang="en-US" b="1" dirty="0">
                  <a:latin typeface="Times New Roman" panose="02020603050405020304" pitchFamily="18" charset="0"/>
                  <a:cs typeface="Times New Roman" panose="02020603050405020304" pitchFamily="18" charset="0"/>
                </a:rPr>
                <a:t>Power BI Enabled Comprehensive Analysis of Unicorn Businesses </a:t>
              </a:r>
            </a:p>
          </p:txBody>
        </p:sp>
      </p:grpSp>
      <p:sp>
        <p:nvSpPr>
          <p:cNvPr id="12" name="TextBox 11">
            <a:extLst>
              <a:ext uri="{FF2B5EF4-FFF2-40B4-BE49-F238E27FC236}">
                <a16:creationId xmlns:a16="http://schemas.microsoft.com/office/drawing/2014/main" id="{874E8FD2-71B7-F4B8-FB75-631C93C47430}"/>
              </a:ext>
            </a:extLst>
          </p:cNvPr>
          <p:cNvSpPr txBox="1"/>
          <p:nvPr/>
        </p:nvSpPr>
        <p:spPr>
          <a:xfrm>
            <a:off x="3989984" y="3001212"/>
            <a:ext cx="1791477" cy="307777"/>
          </a:xfrm>
          <a:prstGeom prst="rect">
            <a:avLst/>
          </a:prstGeom>
          <a:noFill/>
        </p:spPr>
        <p:txBody>
          <a:bodyPr wrap="square" rtlCol="0">
            <a:spAutoFit/>
          </a:bodyPr>
          <a:lstStyle/>
          <a:p>
            <a:r>
              <a:rPr lang="en-IN" dirty="0"/>
              <a:t>BY Mangesh Pawar</a:t>
            </a:r>
          </a:p>
        </p:txBody>
      </p:sp>
    </p:spTree>
    <p:extLst>
      <p:ext uri="{BB962C8B-B14F-4D97-AF65-F5344CB8AC3E}">
        <p14:creationId xmlns:p14="http://schemas.microsoft.com/office/powerpoint/2010/main" val="3232110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A4E3A995-569D-073F-9467-C96E076827FA}"/>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Abstract</a:t>
            </a:r>
            <a:endParaRPr lang="en-IN" sz="1600" dirty="0">
              <a:solidFill>
                <a:srgbClr val="213163"/>
              </a:solidFill>
            </a:endParaRPr>
          </a:p>
        </p:txBody>
      </p:sp>
      <p:grpSp>
        <p:nvGrpSpPr>
          <p:cNvPr id="29" name="Group 28">
            <a:extLst>
              <a:ext uri="{FF2B5EF4-FFF2-40B4-BE49-F238E27FC236}">
                <a16:creationId xmlns:a16="http://schemas.microsoft.com/office/drawing/2014/main" id="{A726C2F8-3E16-2C0C-B71C-BDFE7C703F1C}"/>
              </a:ext>
            </a:extLst>
          </p:cNvPr>
          <p:cNvGrpSpPr/>
          <p:nvPr/>
        </p:nvGrpSpPr>
        <p:grpSpPr>
          <a:xfrm>
            <a:off x="735884" y="1338243"/>
            <a:ext cx="7719937" cy="3323608"/>
            <a:chOff x="712031" y="1234880"/>
            <a:chExt cx="7719937" cy="3323608"/>
          </a:xfrm>
        </p:grpSpPr>
        <p:grpSp>
          <p:nvGrpSpPr>
            <p:cNvPr id="28" name="Group 27">
              <a:extLst>
                <a:ext uri="{FF2B5EF4-FFF2-40B4-BE49-F238E27FC236}">
                  <a16:creationId xmlns:a16="http://schemas.microsoft.com/office/drawing/2014/main" id="{465A22E0-5D6D-1B1A-F09A-169A2C2E55D1}"/>
                </a:ext>
              </a:extLst>
            </p:cNvPr>
            <p:cNvGrpSpPr/>
            <p:nvPr/>
          </p:nvGrpSpPr>
          <p:grpSpPr>
            <a:xfrm>
              <a:off x="712031" y="1234880"/>
              <a:ext cx="7719937" cy="643467"/>
              <a:chOff x="712031" y="1234880"/>
              <a:chExt cx="7719937" cy="643467"/>
            </a:xfrm>
          </p:grpSpPr>
          <p:sp>
            <p:nvSpPr>
              <p:cNvPr id="4" name="Rectangle 3">
                <a:extLst>
                  <a:ext uri="{FF2B5EF4-FFF2-40B4-BE49-F238E27FC236}">
                    <a16:creationId xmlns:a16="http://schemas.microsoft.com/office/drawing/2014/main" id="{5992A4C9-DAB8-80D3-B09E-07655DAEBB65}"/>
                  </a:ext>
                </a:extLst>
              </p:cNvPr>
              <p:cNvSpPr/>
              <p:nvPr/>
            </p:nvSpPr>
            <p:spPr>
              <a:xfrm>
                <a:off x="1372430" y="1234880"/>
                <a:ext cx="7059538" cy="643466"/>
              </a:xfrm>
              <a:prstGeom prst="rect">
                <a:avLst/>
              </a:prstGeom>
              <a:solidFill>
                <a:schemeClr val="accent5">
                  <a:lumMod val="20000"/>
                  <a:lumOff val="80000"/>
                </a:schemeClr>
              </a:solidFill>
              <a:ln w="127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marL="91440"/>
                <a:r>
                  <a:rPr lang="en-US" sz="1400" dirty="0">
                    <a:solidFill>
                      <a:schemeClr val="tx1"/>
                    </a:solidFill>
                    <a:latin typeface="+mj-lt"/>
                    <a:cs typeface="Times New Roman" panose="02020603050405020304" pitchFamily="18" charset="0"/>
                  </a:rPr>
                  <a:t>In this project we analyzed the unique and highly successful businesses known as “Unicorns”.</a:t>
                </a:r>
              </a:p>
            </p:txBody>
          </p:sp>
          <p:sp>
            <p:nvSpPr>
              <p:cNvPr id="5" name="Rectangle: Rounded Corners 4">
                <a:extLst>
                  <a:ext uri="{FF2B5EF4-FFF2-40B4-BE49-F238E27FC236}">
                    <a16:creationId xmlns:a16="http://schemas.microsoft.com/office/drawing/2014/main" id="{37A0F124-FCC7-043A-F32C-33314AB146BD}"/>
                  </a:ext>
                </a:extLst>
              </p:cNvPr>
              <p:cNvSpPr/>
              <p:nvPr/>
            </p:nvSpPr>
            <p:spPr>
              <a:xfrm>
                <a:off x="712031" y="1234880"/>
                <a:ext cx="677333" cy="643467"/>
              </a:xfrm>
              <a:prstGeom prst="roundRect">
                <a:avLst/>
              </a:prstGeom>
              <a:solidFill>
                <a:schemeClr val="accent5">
                  <a:lumMod val="75000"/>
                </a:schemeClr>
              </a:solidFill>
              <a:ln w="12700">
                <a:solidFill>
                  <a:srgbClr val="0071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t>1</a:t>
                </a:r>
              </a:p>
            </p:txBody>
          </p:sp>
        </p:grpSp>
        <p:grpSp>
          <p:nvGrpSpPr>
            <p:cNvPr id="27" name="Group 26">
              <a:extLst>
                <a:ext uri="{FF2B5EF4-FFF2-40B4-BE49-F238E27FC236}">
                  <a16:creationId xmlns:a16="http://schemas.microsoft.com/office/drawing/2014/main" id="{437AEA5F-38C7-2EAC-B55A-A52C642C7997}"/>
                </a:ext>
              </a:extLst>
            </p:cNvPr>
            <p:cNvGrpSpPr/>
            <p:nvPr/>
          </p:nvGrpSpPr>
          <p:grpSpPr>
            <a:xfrm>
              <a:off x="712031" y="2128260"/>
              <a:ext cx="7719937" cy="643467"/>
              <a:chOff x="712031" y="1974905"/>
              <a:chExt cx="7719937" cy="643467"/>
            </a:xfrm>
          </p:grpSpPr>
          <p:sp>
            <p:nvSpPr>
              <p:cNvPr id="17" name="Rectangle 16">
                <a:extLst>
                  <a:ext uri="{FF2B5EF4-FFF2-40B4-BE49-F238E27FC236}">
                    <a16:creationId xmlns:a16="http://schemas.microsoft.com/office/drawing/2014/main" id="{F0874972-970E-AB20-28FF-DE51D45409C5}"/>
                  </a:ext>
                </a:extLst>
              </p:cNvPr>
              <p:cNvSpPr/>
              <p:nvPr/>
            </p:nvSpPr>
            <p:spPr>
              <a:xfrm>
                <a:off x="1372430" y="1974905"/>
                <a:ext cx="7059538" cy="643466"/>
              </a:xfrm>
              <a:prstGeom prst="rect">
                <a:avLst/>
              </a:prstGeom>
              <a:solidFill>
                <a:schemeClr val="bg2">
                  <a:lumMod val="20000"/>
                  <a:lumOff val="80000"/>
                </a:schemeClr>
              </a:solidFill>
              <a:ln w="127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marL="91440"/>
                <a:r>
                  <a:rPr lang="en-US" sz="1400" dirty="0">
                    <a:solidFill>
                      <a:schemeClr val="tx1"/>
                    </a:solidFill>
                    <a:latin typeface="+mj-lt"/>
                    <a:cs typeface="Times New Roman" panose="02020603050405020304" pitchFamily="18" charset="0"/>
                  </a:rPr>
                  <a:t>Unicorns are the companies that have achieved a valuation of $1 billion or more.</a:t>
                </a:r>
              </a:p>
            </p:txBody>
          </p:sp>
          <p:sp>
            <p:nvSpPr>
              <p:cNvPr id="18" name="Rectangle: Rounded Corners 17">
                <a:extLst>
                  <a:ext uri="{FF2B5EF4-FFF2-40B4-BE49-F238E27FC236}">
                    <a16:creationId xmlns:a16="http://schemas.microsoft.com/office/drawing/2014/main" id="{A7560D0E-33BB-8564-4F1A-5B42E2343E74}"/>
                  </a:ext>
                </a:extLst>
              </p:cNvPr>
              <p:cNvSpPr/>
              <p:nvPr/>
            </p:nvSpPr>
            <p:spPr>
              <a:xfrm>
                <a:off x="712031" y="1974905"/>
                <a:ext cx="677333" cy="643467"/>
              </a:xfrm>
              <a:prstGeom prst="roundRect">
                <a:avLst/>
              </a:prstGeom>
              <a:solidFill>
                <a:schemeClr val="bg2">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dirty="0"/>
                  <a:t>2</a:t>
                </a:r>
              </a:p>
            </p:txBody>
          </p:sp>
        </p:grpSp>
        <p:grpSp>
          <p:nvGrpSpPr>
            <p:cNvPr id="26" name="Group 25">
              <a:extLst>
                <a:ext uri="{FF2B5EF4-FFF2-40B4-BE49-F238E27FC236}">
                  <a16:creationId xmlns:a16="http://schemas.microsoft.com/office/drawing/2014/main" id="{86049283-7CB4-2083-CE02-53D7ACA583B3}"/>
                </a:ext>
              </a:extLst>
            </p:cNvPr>
            <p:cNvGrpSpPr/>
            <p:nvPr/>
          </p:nvGrpSpPr>
          <p:grpSpPr>
            <a:xfrm>
              <a:off x="712031" y="3021640"/>
              <a:ext cx="7719937" cy="643467"/>
              <a:chOff x="712031" y="2737676"/>
              <a:chExt cx="7719937" cy="643467"/>
            </a:xfrm>
          </p:grpSpPr>
          <p:sp>
            <p:nvSpPr>
              <p:cNvPr id="20" name="Rectangle 19">
                <a:extLst>
                  <a:ext uri="{FF2B5EF4-FFF2-40B4-BE49-F238E27FC236}">
                    <a16:creationId xmlns:a16="http://schemas.microsoft.com/office/drawing/2014/main" id="{789435FA-EFC7-1B3A-6F80-B45135BCF4A8}"/>
                  </a:ext>
                </a:extLst>
              </p:cNvPr>
              <p:cNvSpPr/>
              <p:nvPr/>
            </p:nvSpPr>
            <p:spPr>
              <a:xfrm>
                <a:off x="1372430" y="2737676"/>
                <a:ext cx="7059538" cy="643466"/>
              </a:xfrm>
              <a:prstGeom prst="rect">
                <a:avLst/>
              </a:prstGeom>
              <a:solidFill>
                <a:schemeClr val="accent5">
                  <a:lumMod val="20000"/>
                  <a:lumOff val="80000"/>
                </a:schemeClr>
              </a:solidFill>
              <a:ln w="1270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marL="91440"/>
                <a:r>
                  <a:rPr lang="en-US" dirty="0">
                    <a:solidFill>
                      <a:schemeClr val="tx1"/>
                    </a:solidFill>
                    <a:latin typeface="+mj-lt"/>
                    <a:cs typeface="Times New Roman" panose="02020603050405020304" pitchFamily="18" charset="0"/>
                  </a:rPr>
                  <a:t>We try to find out how many unicorns are there ,average time to become </a:t>
                </a:r>
                <a:r>
                  <a:rPr lang="en-US" dirty="0" err="1">
                    <a:solidFill>
                      <a:schemeClr val="tx1"/>
                    </a:solidFill>
                    <a:latin typeface="+mj-lt"/>
                    <a:cs typeface="Times New Roman" panose="02020603050405020304" pitchFamily="18" charset="0"/>
                  </a:rPr>
                  <a:t>unicorn,and</a:t>
                </a:r>
                <a:r>
                  <a:rPr lang="en-US" dirty="0">
                    <a:solidFill>
                      <a:schemeClr val="tx1"/>
                    </a:solidFill>
                    <a:latin typeface="+mj-lt"/>
                    <a:cs typeface="Times New Roman" panose="02020603050405020304" pitchFamily="18" charset="0"/>
                  </a:rPr>
                  <a:t> how many industries have unicorns etc.</a:t>
                </a:r>
                <a:endParaRPr lang="en-US" sz="1400" dirty="0">
                  <a:solidFill>
                    <a:schemeClr val="tx1"/>
                  </a:solidFill>
                  <a:latin typeface="+mj-lt"/>
                  <a:cs typeface="Times New Roman" panose="02020603050405020304" pitchFamily="18" charset="0"/>
                </a:endParaRPr>
              </a:p>
            </p:txBody>
          </p:sp>
          <p:sp>
            <p:nvSpPr>
              <p:cNvPr id="21" name="Rectangle: Rounded Corners 20">
                <a:extLst>
                  <a:ext uri="{FF2B5EF4-FFF2-40B4-BE49-F238E27FC236}">
                    <a16:creationId xmlns:a16="http://schemas.microsoft.com/office/drawing/2014/main" id="{9A3D3CC1-3E19-CE2E-3B8B-3365B8B567CE}"/>
                  </a:ext>
                </a:extLst>
              </p:cNvPr>
              <p:cNvSpPr/>
              <p:nvPr/>
            </p:nvSpPr>
            <p:spPr>
              <a:xfrm>
                <a:off x="712031" y="2737676"/>
                <a:ext cx="677333" cy="643467"/>
              </a:xfrm>
              <a:prstGeom prst="roundRect">
                <a:avLst/>
              </a:prstGeom>
              <a:solidFill>
                <a:schemeClr val="accent5">
                  <a:lumMod val="75000"/>
                </a:schemeClr>
              </a:solidFill>
              <a:ln w="12700">
                <a:solidFill>
                  <a:srgbClr val="00717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dirty="0"/>
                  <a:t>3</a:t>
                </a:r>
              </a:p>
            </p:txBody>
          </p:sp>
        </p:grpSp>
        <p:grpSp>
          <p:nvGrpSpPr>
            <p:cNvPr id="25" name="Group 24">
              <a:extLst>
                <a:ext uri="{FF2B5EF4-FFF2-40B4-BE49-F238E27FC236}">
                  <a16:creationId xmlns:a16="http://schemas.microsoft.com/office/drawing/2014/main" id="{C1242A9F-48C4-1D0E-E275-B12238388CD4}"/>
                </a:ext>
              </a:extLst>
            </p:cNvPr>
            <p:cNvGrpSpPr/>
            <p:nvPr/>
          </p:nvGrpSpPr>
          <p:grpSpPr>
            <a:xfrm>
              <a:off x="712031" y="3915021"/>
              <a:ext cx="7719937" cy="643467"/>
              <a:chOff x="712031" y="3477701"/>
              <a:chExt cx="7719937" cy="643467"/>
            </a:xfrm>
          </p:grpSpPr>
          <p:sp>
            <p:nvSpPr>
              <p:cNvPr id="23" name="Rectangle 22">
                <a:extLst>
                  <a:ext uri="{FF2B5EF4-FFF2-40B4-BE49-F238E27FC236}">
                    <a16:creationId xmlns:a16="http://schemas.microsoft.com/office/drawing/2014/main" id="{90E1A962-5B8D-A408-D117-8F43055D9FCC}"/>
                  </a:ext>
                </a:extLst>
              </p:cNvPr>
              <p:cNvSpPr/>
              <p:nvPr/>
            </p:nvSpPr>
            <p:spPr>
              <a:xfrm>
                <a:off x="1372430" y="3477701"/>
                <a:ext cx="7059538" cy="643466"/>
              </a:xfrm>
              <a:prstGeom prst="rect">
                <a:avLst/>
              </a:prstGeom>
              <a:solidFill>
                <a:schemeClr val="bg2">
                  <a:lumMod val="20000"/>
                  <a:lumOff val="80000"/>
                </a:schemeClr>
              </a:solidFill>
              <a:ln w="12700">
                <a:solidFill>
                  <a:schemeClr val="bg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marL="91440"/>
                <a:r>
                  <a:rPr lang="en-US" sz="1400" dirty="0">
                    <a:solidFill>
                      <a:schemeClr val="tx1"/>
                    </a:solidFill>
                    <a:latin typeface="+mj-lt"/>
                    <a:cs typeface="Times New Roman" panose="02020603050405020304" pitchFamily="18" charset="0"/>
                  </a:rPr>
                  <a:t>We try to find out which industry have most </a:t>
                </a:r>
                <a:r>
                  <a:rPr lang="en-US" sz="1400" dirty="0" err="1">
                    <a:solidFill>
                      <a:schemeClr val="tx1"/>
                    </a:solidFill>
                    <a:latin typeface="+mj-lt"/>
                    <a:cs typeface="Times New Roman" panose="02020603050405020304" pitchFamily="18" charset="0"/>
                  </a:rPr>
                  <a:t>unicorns,which</a:t>
                </a:r>
                <a:r>
                  <a:rPr lang="en-US" sz="1400" dirty="0">
                    <a:solidFill>
                      <a:schemeClr val="tx1"/>
                    </a:solidFill>
                    <a:latin typeface="+mj-lt"/>
                    <a:cs typeface="Times New Roman" panose="02020603050405020304" pitchFamily="18" charset="0"/>
                  </a:rPr>
                  <a:t> investor funded most unicorns etc. </a:t>
                </a:r>
              </a:p>
            </p:txBody>
          </p:sp>
          <p:sp>
            <p:nvSpPr>
              <p:cNvPr id="24" name="Rectangle: Rounded Corners 23">
                <a:extLst>
                  <a:ext uri="{FF2B5EF4-FFF2-40B4-BE49-F238E27FC236}">
                    <a16:creationId xmlns:a16="http://schemas.microsoft.com/office/drawing/2014/main" id="{0A3666D9-36DA-372B-D0E2-7F7A22FBF3A6}"/>
                  </a:ext>
                </a:extLst>
              </p:cNvPr>
              <p:cNvSpPr/>
              <p:nvPr/>
            </p:nvSpPr>
            <p:spPr>
              <a:xfrm>
                <a:off x="712031" y="3477701"/>
                <a:ext cx="677333" cy="643467"/>
              </a:xfrm>
              <a:prstGeom prst="roundRect">
                <a:avLst/>
              </a:prstGeom>
              <a:solidFill>
                <a:schemeClr val="bg2">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dirty="0"/>
                  <a:t>4</a:t>
                </a:r>
              </a:p>
            </p:txBody>
          </p:sp>
        </p:grpSp>
      </p:grpSp>
    </p:spTree>
    <p:extLst>
      <p:ext uri="{BB962C8B-B14F-4D97-AF65-F5344CB8AC3E}">
        <p14:creationId xmlns:p14="http://schemas.microsoft.com/office/powerpoint/2010/main" val="1085522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9" name="TextBox 8">
            <a:extLst>
              <a:ext uri="{FF2B5EF4-FFF2-40B4-BE49-F238E27FC236}">
                <a16:creationId xmlns:a16="http://schemas.microsoft.com/office/drawing/2014/main" id="{091B843F-6928-3290-2287-5FA1F531B685}"/>
              </a:ext>
            </a:extLst>
          </p:cNvPr>
          <p:cNvSpPr txBox="1"/>
          <p:nvPr/>
        </p:nvSpPr>
        <p:spPr>
          <a:xfrm>
            <a:off x="142495" y="1284891"/>
            <a:ext cx="5058525" cy="2215991"/>
          </a:xfrm>
          <a:prstGeom prst="rect">
            <a:avLst/>
          </a:prstGeom>
          <a:noFill/>
        </p:spPr>
        <p:txBody>
          <a:bodyPr wrap="square" rtlCol="0">
            <a:spAutoFit/>
          </a:bodyPr>
          <a:lstStyle/>
          <a:p>
            <a:pPr marL="173736" indent="-173736">
              <a:spcAft>
                <a:spcPts val="800"/>
              </a:spcAft>
              <a:buFont typeface="Arial" panose="020B0604020202020204" pitchFamily="34" charset="0"/>
              <a:buChar char="•"/>
            </a:pPr>
            <a:r>
              <a:rPr lang="en-IN" dirty="0">
                <a:latin typeface="+mn-lt"/>
              </a:rPr>
              <a:t>Average years taken by company to become unicorn.</a:t>
            </a:r>
          </a:p>
          <a:p>
            <a:pPr marL="173736" indent="-173736">
              <a:spcAft>
                <a:spcPts val="800"/>
              </a:spcAft>
              <a:buFont typeface="Arial" panose="020B0604020202020204" pitchFamily="34" charset="0"/>
              <a:buChar char="•"/>
            </a:pPr>
            <a:r>
              <a:rPr lang="en-IN" dirty="0">
                <a:latin typeface="+mn-lt"/>
              </a:rPr>
              <a:t>Which industry has most unicorns.</a:t>
            </a:r>
          </a:p>
          <a:p>
            <a:pPr marL="173736" indent="-173736">
              <a:spcAft>
                <a:spcPts val="800"/>
              </a:spcAft>
              <a:buFont typeface="Arial" panose="020B0604020202020204" pitchFamily="34" charset="0"/>
              <a:buChar char="•"/>
            </a:pPr>
            <a:r>
              <a:rPr lang="en-IN" dirty="0">
                <a:latin typeface="+mn-lt"/>
              </a:rPr>
              <a:t>Which country has most unicorns.</a:t>
            </a:r>
          </a:p>
          <a:p>
            <a:pPr marL="173736" indent="-173736">
              <a:spcAft>
                <a:spcPts val="800"/>
              </a:spcAft>
              <a:buFont typeface="Arial" panose="020B0604020202020204" pitchFamily="34" charset="0"/>
              <a:buChar char="•"/>
            </a:pPr>
            <a:r>
              <a:rPr lang="en-IN" dirty="0">
                <a:latin typeface="+mn-lt"/>
              </a:rPr>
              <a:t>Which year most companies became unicorns.</a:t>
            </a:r>
          </a:p>
          <a:p>
            <a:pPr marL="173736" indent="-173736">
              <a:spcAft>
                <a:spcPts val="800"/>
              </a:spcAft>
              <a:buFont typeface="Arial" panose="020B0604020202020204" pitchFamily="34" charset="0"/>
              <a:buChar char="•"/>
            </a:pPr>
            <a:r>
              <a:rPr lang="en-IN" dirty="0">
                <a:latin typeface="+mn-lt"/>
              </a:rPr>
              <a:t>Which investor has funded most unicorns.</a:t>
            </a:r>
          </a:p>
          <a:p>
            <a:pPr marL="173736" indent="-173736">
              <a:spcAft>
                <a:spcPts val="800"/>
              </a:spcAft>
              <a:buFont typeface="Arial" panose="020B0604020202020204" pitchFamily="34" charset="0"/>
              <a:buChar char="•"/>
            </a:pPr>
            <a:r>
              <a:rPr lang="en-IN" dirty="0">
                <a:latin typeface="+mn-lt"/>
              </a:rPr>
              <a:t>Total funding.</a:t>
            </a:r>
          </a:p>
          <a:p>
            <a:pPr marL="173736" indent="-173736">
              <a:spcAft>
                <a:spcPts val="800"/>
              </a:spcAft>
              <a:buFont typeface="Arial" panose="020B0604020202020204" pitchFamily="34" charset="0"/>
              <a:buChar char="•"/>
            </a:pPr>
            <a:r>
              <a:rPr lang="en-IN" dirty="0">
                <a:latin typeface="+mn-lt"/>
              </a:rPr>
              <a:t>Total unicorns.</a:t>
            </a:r>
          </a:p>
        </p:txBody>
      </p:sp>
      <p:sp>
        <p:nvSpPr>
          <p:cNvPr id="2" name="TextBox 1">
            <a:extLst>
              <a:ext uri="{FF2B5EF4-FFF2-40B4-BE49-F238E27FC236}">
                <a16:creationId xmlns:a16="http://schemas.microsoft.com/office/drawing/2014/main" id="{687AFAD5-578C-DC2D-F127-90FF4287354D}"/>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Problem Statement</a:t>
            </a:r>
            <a:endParaRPr lang="en-IN" sz="1600" dirty="0">
              <a:solidFill>
                <a:srgbClr val="213163"/>
              </a:solidFill>
            </a:endParaRPr>
          </a:p>
        </p:txBody>
      </p:sp>
      <p:grpSp>
        <p:nvGrpSpPr>
          <p:cNvPr id="3" name="Group 2">
            <a:extLst>
              <a:ext uri="{FF2B5EF4-FFF2-40B4-BE49-F238E27FC236}">
                <a16:creationId xmlns:a16="http://schemas.microsoft.com/office/drawing/2014/main" id="{328E85CD-DF89-87DD-6181-DCDD73B5625F}"/>
              </a:ext>
            </a:extLst>
          </p:cNvPr>
          <p:cNvGrpSpPr/>
          <p:nvPr/>
        </p:nvGrpSpPr>
        <p:grpSpPr>
          <a:xfrm>
            <a:off x="5699883" y="1288468"/>
            <a:ext cx="3189304" cy="2766856"/>
            <a:chOff x="4578211" y="760307"/>
            <a:chExt cx="4510006" cy="3741355"/>
          </a:xfrm>
        </p:grpSpPr>
        <p:pic>
          <p:nvPicPr>
            <p:cNvPr id="4" name="Picture 3" descr="A purple question mark with gears&#10;&#10;Description automatically generated">
              <a:extLst>
                <a:ext uri="{FF2B5EF4-FFF2-40B4-BE49-F238E27FC236}">
                  <a16:creationId xmlns:a16="http://schemas.microsoft.com/office/drawing/2014/main" id="{044B050F-754C-A956-97C8-EFB6B19ABEAE}"/>
                </a:ext>
              </a:extLst>
            </p:cNvPr>
            <p:cNvPicPr>
              <a:picLocks noChangeAspect="1"/>
            </p:cNvPicPr>
            <p:nvPr/>
          </p:nvPicPr>
          <p:blipFill rotWithShape="1">
            <a:blip r:embed="rId3"/>
            <a:srcRect l="11111" t="10028" r="10940" b="11567"/>
            <a:stretch/>
          </p:blipFill>
          <p:spPr>
            <a:xfrm>
              <a:off x="5486396" y="760307"/>
              <a:ext cx="3601821" cy="3622886"/>
            </a:xfrm>
            <a:prstGeom prst="rect">
              <a:avLst/>
            </a:prstGeom>
          </p:spPr>
        </p:pic>
        <p:pic>
          <p:nvPicPr>
            <p:cNvPr id="5" name="Picture 4" descr="Businessman with clipboard">
              <a:extLst>
                <a:ext uri="{FF2B5EF4-FFF2-40B4-BE49-F238E27FC236}">
                  <a16:creationId xmlns:a16="http://schemas.microsoft.com/office/drawing/2014/main" id="{82A80360-DC75-55F1-A1A2-BDCADC404BD5}"/>
                </a:ext>
              </a:extLst>
            </p:cNvPr>
            <p:cNvPicPr>
              <a:picLocks noChangeAspect="1"/>
            </p:cNvPicPr>
            <p:nvPr/>
          </p:nvPicPr>
          <p:blipFill rotWithShape="1">
            <a:blip r:embed="rId4"/>
            <a:srcRect b="46"/>
            <a:stretch/>
          </p:blipFill>
          <p:spPr>
            <a:xfrm>
              <a:off x="4578211" y="2188308"/>
              <a:ext cx="2340981" cy="2313354"/>
            </a:xfrm>
            <a:prstGeom prst="rect">
              <a:avLst/>
            </a:prstGeom>
          </p:spPr>
        </p:pic>
      </p:grpSp>
    </p:spTree>
    <p:extLst>
      <p:ext uri="{BB962C8B-B14F-4D97-AF65-F5344CB8AC3E}">
        <p14:creationId xmlns:p14="http://schemas.microsoft.com/office/powerpoint/2010/main" val="2746043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F4D5078D-F8F7-912B-4E9C-BED71500ACC2}"/>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Project Overview</a:t>
            </a:r>
            <a:endParaRPr lang="en-IN" sz="1600" dirty="0">
              <a:solidFill>
                <a:srgbClr val="213163"/>
              </a:solidFill>
            </a:endParaRPr>
          </a:p>
        </p:txBody>
      </p:sp>
      <p:sp>
        <p:nvSpPr>
          <p:cNvPr id="3" name="TextBox 2">
            <a:extLst>
              <a:ext uri="{FF2B5EF4-FFF2-40B4-BE49-F238E27FC236}">
                <a16:creationId xmlns:a16="http://schemas.microsoft.com/office/drawing/2014/main" id="{0C511917-B5EE-88C1-A75B-AC3ADE14BEB8}"/>
              </a:ext>
            </a:extLst>
          </p:cNvPr>
          <p:cNvSpPr txBox="1"/>
          <p:nvPr/>
        </p:nvSpPr>
        <p:spPr>
          <a:xfrm>
            <a:off x="143805" y="1142014"/>
            <a:ext cx="5055021" cy="2236510"/>
          </a:xfrm>
          <a:prstGeom prst="rect">
            <a:avLst/>
          </a:prstGeom>
          <a:noFill/>
        </p:spPr>
        <p:txBody>
          <a:bodyPr wrap="square" rtlCol="0">
            <a:spAutoFit/>
          </a:bodyPr>
          <a:lstStyle/>
          <a:p>
            <a:pPr marL="173736" indent="-173736">
              <a:spcAft>
                <a:spcPts val="800"/>
              </a:spcAft>
              <a:buFont typeface="Arial" panose="020B0604020202020204" pitchFamily="34" charset="0"/>
              <a:buChar char="•"/>
            </a:pPr>
            <a:r>
              <a:rPr lang="en-US" b="1" dirty="0">
                <a:latin typeface="+mn-lt"/>
              </a:rPr>
              <a:t>The goal of this project is to analyze unicorn businesses – companies valued at $1 billion or more.</a:t>
            </a:r>
          </a:p>
          <a:p>
            <a:pPr marL="173736" indent="-173736">
              <a:spcAft>
                <a:spcPts val="800"/>
              </a:spcAft>
              <a:buFont typeface="Arial" panose="020B0604020202020204" pitchFamily="34" charset="0"/>
              <a:buChar char="•"/>
            </a:pPr>
            <a:r>
              <a:rPr lang="en-US" b="1" dirty="0">
                <a:latin typeface="+mn-lt"/>
              </a:rPr>
              <a:t>The project will begin by defining  a unicorn business and outlining its characteristics.</a:t>
            </a:r>
          </a:p>
          <a:p>
            <a:pPr marL="173736" indent="-173736">
              <a:spcAft>
                <a:spcPts val="800"/>
              </a:spcAft>
              <a:buFont typeface="Arial" panose="020B0604020202020204" pitchFamily="34" charset="0"/>
              <a:buChar char="•"/>
            </a:pPr>
            <a:r>
              <a:rPr lang="en-US" b="1" dirty="0">
                <a:latin typeface="+mn-lt"/>
              </a:rPr>
              <a:t>The project will answer questions like how any years taken by startups to become unicorns ,which industry is more successful for unicorns ,which country is best for unicorn businesses ,which investors funded the most unicorns etc.</a:t>
            </a:r>
          </a:p>
        </p:txBody>
      </p:sp>
      <p:pic>
        <p:nvPicPr>
          <p:cNvPr id="5" name="Picture 4" descr="Person writing on whiteboard">
            <a:extLst>
              <a:ext uri="{FF2B5EF4-FFF2-40B4-BE49-F238E27FC236}">
                <a16:creationId xmlns:a16="http://schemas.microsoft.com/office/drawing/2014/main" id="{6858EAD1-D312-BBBA-4C50-43B9E76BB53F}"/>
              </a:ext>
            </a:extLst>
          </p:cNvPr>
          <p:cNvPicPr>
            <a:picLocks noChangeAspect="1"/>
          </p:cNvPicPr>
          <p:nvPr/>
        </p:nvPicPr>
        <p:blipFill rotWithShape="1">
          <a:blip r:embed="rId3"/>
          <a:srcRect r="18"/>
          <a:stretch/>
        </p:blipFill>
        <p:spPr>
          <a:xfrm>
            <a:off x="5419077" y="1360299"/>
            <a:ext cx="3453703" cy="2747189"/>
          </a:xfrm>
          <a:prstGeom prst="rect">
            <a:avLst/>
          </a:prstGeom>
        </p:spPr>
      </p:pic>
    </p:spTree>
    <p:extLst>
      <p:ext uri="{BB962C8B-B14F-4D97-AF65-F5344CB8AC3E}">
        <p14:creationId xmlns:p14="http://schemas.microsoft.com/office/powerpoint/2010/main" val="2975191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6F61A928-5A2D-C5DF-2F01-079C34A75432}"/>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Proposed Solution</a:t>
            </a:r>
            <a:endParaRPr lang="en-IN" sz="1600" dirty="0">
              <a:solidFill>
                <a:srgbClr val="213163"/>
              </a:solidFill>
            </a:endParaRPr>
          </a:p>
        </p:txBody>
      </p:sp>
      <p:sp>
        <p:nvSpPr>
          <p:cNvPr id="4" name="TextBox 3">
            <a:extLst>
              <a:ext uri="{FF2B5EF4-FFF2-40B4-BE49-F238E27FC236}">
                <a16:creationId xmlns:a16="http://schemas.microsoft.com/office/drawing/2014/main" id="{77A31CA3-68D6-38F4-7B7F-58BFC22B6FAC}"/>
              </a:ext>
            </a:extLst>
          </p:cNvPr>
          <p:cNvSpPr txBox="1"/>
          <p:nvPr/>
        </p:nvSpPr>
        <p:spPr>
          <a:xfrm>
            <a:off x="327378" y="1444978"/>
            <a:ext cx="7394222" cy="2462213"/>
          </a:xfrm>
          <a:prstGeom prst="rect">
            <a:avLst/>
          </a:prstGeom>
          <a:noFill/>
        </p:spPr>
        <p:txBody>
          <a:bodyPr wrap="square" rtlCol="0">
            <a:spAutoFit/>
          </a:bodyPr>
          <a:lstStyle/>
          <a:p>
            <a:r>
              <a:rPr lang="en-IN" dirty="0"/>
              <a:t>For comprehensive analysis of unicorn businesses we will collect data from public sources, company filings, investment reports and funding announcements.</a:t>
            </a:r>
          </a:p>
          <a:p>
            <a:endParaRPr lang="en-IN" dirty="0"/>
          </a:p>
          <a:p>
            <a:r>
              <a:rPr lang="en-IN" dirty="0"/>
              <a:t>Our analysis will focus on :</a:t>
            </a:r>
          </a:p>
          <a:p>
            <a:pPr marL="285750" indent="-285750">
              <a:buFont typeface="Arial" panose="020B0604020202020204" pitchFamily="34" charset="0"/>
              <a:buChar char="•"/>
            </a:pPr>
            <a:r>
              <a:rPr lang="en-IN" dirty="0"/>
              <a:t>The industries and sectors that attracts unicorn investments , such as Fintech ,AI ,E-Commerce etc</a:t>
            </a:r>
          </a:p>
          <a:p>
            <a:pPr marL="285750" indent="-285750">
              <a:buFont typeface="Arial" panose="020B0604020202020204" pitchFamily="34" charset="0"/>
              <a:buChar char="•"/>
            </a:pPr>
            <a:r>
              <a:rPr lang="en-IN" dirty="0"/>
              <a:t>The growth and trajectory of unicorn investment over time ,including emerging markets and regions.</a:t>
            </a:r>
          </a:p>
          <a:p>
            <a:pPr marL="285750" indent="-285750">
              <a:buFont typeface="Arial" panose="020B0604020202020204" pitchFamily="34" charset="0"/>
              <a:buChar char="•"/>
            </a:pPr>
            <a:r>
              <a:rPr lang="en-IN" dirty="0"/>
              <a:t>To analyze and visualize our findings we will use Power BI power query and we will create dashboard using  maps ,slicers , matrix, stacked bar, pie </a:t>
            </a:r>
            <a:r>
              <a:rPr lang="en-IN" dirty="0" err="1"/>
              <a:t>chart,card</a:t>
            </a:r>
            <a:r>
              <a:rPr lang="en-IN" dirty="0"/>
              <a:t>, and stacked column charts </a:t>
            </a:r>
          </a:p>
        </p:txBody>
      </p:sp>
    </p:spTree>
    <p:extLst>
      <p:ext uri="{BB962C8B-B14F-4D97-AF65-F5344CB8AC3E}">
        <p14:creationId xmlns:p14="http://schemas.microsoft.com/office/powerpoint/2010/main" val="2621200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F96CA3F3-3D59-0BCC-5AFC-FB31E62203CC}"/>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Technology used</a:t>
            </a:r>
            <a:endParaRPr lang="en-IN" sz="1600" dirty="0">
              <a:solidFill>
                <a:srgbClr val="213163"/>
              </a:solidFill>
            </a:endParaRPr>
          </a:p>
        </p:txBody>
      </p:sp>
      <p:sp>
        <p:nvSpPr>
          <p:cNvPr id="3" name="TextBox 2">
            <a:extLst>
              <a:ext uri="{FF2B5EF4-FFF2-40B4-BE49-F238E27FC236}">
                <a16:creationId xmlns:a16="http://schemas.microsoft.com/office/drawing/2014/main" id="{A111D00F-E3D6-896E-4001-492D6D1DC85F}"/>
              </a:ext>
            </a:extLst>
          </p:cNvPr>
          <p:cNvSpPr txBox="1"/>
          <p:nvPr/>
        </p:nvSpPr>
        <p:spPr>
          <a:xfrm>
            <a:off x="406562" y="1083221"/>
            <a:ext cx="4445003" cy="307777"/>
          </a:xfrm>
          <a:prstGeom prst="rect">
            <a:avLst/>
          </a:prstGeom>
          <a:noFill/>
        </p:spPr>
        <p:txBody>
          <a:bodyPr wrap="square" rtlCol="0">
            <a:spAutoFit/>
          </a:bodyPr>
          <a:lstStyle/>
          <a:p>
            <a:pPr marL="173736" indent="-173736">
              <a:spcAft>
                <a:spcPts val="800"/>
              </a:spcAft>
              <a:buFont typeface="Arial" panose="020B0604020202020204" pitchFamily="34" charset="0"/>
              <a:buChar char="•"/>
            </a:pPr>
            <a:r>
              <a:rPr lang="en-US" dirty="0">
                <a:latin typeface="+mn-lt"/>
              </a:rPr>
              <a:t>Power BI	</a:t>
            </a:r>
          </a:p>
        </p:txBody>
      </p:sp>
    </p:spTree>
    <p:extLst>
      <p:ext uri="{BB962C8B-B14F-4D97-AF65-F5344CB8AC3E}">
        <p14:creationId xmlns:p14="http://schemas.microsoft.com/office/powerpoint/2010/main" val="4017130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TextBox 4">
            <a:extLst>
              <a:ext uri="{FF2B5EF4-FFF2-40B4-BE49-F238E27FC236}">
                <a16:creationId xmlns:a16="http://schemas.microsoft.com/office/drawing/2014/main" id="{D94080DE-03F5-1FE4-A922-15490146EBB6}"/>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Modelling &amp; Result</a:t>
            </a:r>
          </a:p>
        </p:txBody>
      </p:sp>
      <p:sp>
        <p:nvSpPr>
          <p:cNvPr id="6" name="Rectangle 5">
            <a:extLst>
              <a:ext uri="{FF2B5EF4-FFF2-40B4-BE49-F238E27FC236}">
                <a16:creationId xmlns:a16="http://schemas.microsoft.com/office/drawing/2014/main" id="{7FA9338F-AACC-33B6-0BE4-39F9AFBABE18}"/>
              </a:ext>
            </a:extLst>
          </p:cNvPr>
          <p:cNvSpPr/>
          <p:nvPr/>
        </p:nvSpPr>
        <p:spPr>
          <a:xfrm>
            <a:off x="1456841" y="1243419"/>
            <a:ext cx="6548034" cy="3483567"/>
          </a:xfrm>
          <a:prstGeom prst="rect">
            <a:avLst/>
          </a:prstGeom>
          <a:noFill/>
          <a:ln w="127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7FCE316D-638E-2772-0D04-D2A12BF46B76}"/>
              </a:ext>
            </a:extLst>
          </p:cNvPr>
          <p:cNvPicPr>
            <a:picLocks noChangeAspect="1"/>
          </p:cNvPicPr>
          <p:nvPr/>
        </p:nvPicPr>
        <p:blipFill>
          <a:blip r:embed="rId3"/>
          <a:stretch>
            <a:fillRect/>
          </a:stretch>
        </p:blipFill>
        <p:spPr>
          <a:xfrm>
            <a:off x="213704" y="1022237"/>
            <a:ext cx="8716591" cy="3997779"/>
          </a:xfrm>
          <a:prstGeom prst="rect">
            <a:avLst/>
          </a:prstGeom>
        </p:spPr>
      </p:pic>
    </p:spTree>
    <p:extLst>
      <p:ext uri="{BB962C8B-B14F-4D97-AF65-F5344CB8AC3E}">
        <p14:creationId xmlns:p14="http://schemas.microsoft.com/office/powerpoint/2010/main" val="3104766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2" name="TextBox 1">
            <a:extLst>
              <a:ext uri="{FF2B5EF4-FFF2-40B4-BE49-F238E27FC236}">
                <a16:creationId xmlns:a16="http://schemas.microsoft.com/office/drawing/2014/main" id="{218DFCAA-8D98-0AFB-A760-3AD42E799105}"/>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Modelling &amp; Result</a:t>
            </a:r>
          </a:p>
        </p:txBody>
      </p:sp>
      <p:sp>
        <p:nvSpPr>
          <p:cNvPr id="6" name="Rectangle 5">
            <a:extLst>
              <a:ext uri="{FF2B5EF4-FFF2-40B4-BE49-F238E27FC236}">
                <a16:creationId xmlns:a16="http://schemas.microsoft.com/office/drawing/2014/main" id="{1EB6817C-45F9-AD85-58BC-71A72E68826B}"/>
              </a:ext>
            </a:extLst>
          </p:cNvPr>
          <p:cNvSpPr/>
          <p:nvPr/>
        </p:nvSpPr>
        <p:spPr>
          <a:xfrm>
            <a:off x="1456841" y="1243419"/>
            <a:ext cx="6548034" cy="3483567"/>
          </a:xfrm>
          <a:prstGeom prst="rect">
            <a:avLst/>
          </a:prstGeom>
          <a:noFill/>
          <a:ln w="127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E5B7B1AB-BC42-C542-1C76-A8DE664FDDB6}"/>
              </a:ext>
            </a:extLst>
          </p:cNvPr>
          <p:cNvPicPr>
            <a:picLocks noChangeAspect="1"/>
          </p:cNvPicPr>
          <p:nvPr/>
        </p:nvPicPr>
        <p:blipFill>
          <a:blip r:embed="rId3"/>
          <a:stretch>
            <a:fillRect/>
          </a:stretch>
        </p:blipFill>
        <p:spPr>
          <a:xfrm>
            <a:off x="143933" y="1022237"/>
            <a:ext cx="8805415" cy="3868550"/>
          </a:xfrm>
          <a:prstGeom prst="rect">
            <a:avLst/>
          </a:prstGeom>
        </p:spPr>
      </p:pic>
    </p:spTree>
    <p:extLst>
      <p:ext uri="{BB962C8B-B14F-4D97-AF65-F5344CB8AC3E}">
        <p14:creationId xmlns:p14="http://schemas.microsoft.com/office/powerpoint/2010/main" val="677830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TextBox 4">
            <a:extLst>
              <a:ext uri="{FF2B5EF4-FFF2-40B4-BE49-F238E27FC236}">
                <a16:creationId xmlns:a16="http://schemas.microsoft.com/office/drawing/2014/main" id="{9D92B2FF-8614-61F9-FFA7-45E78700C2CC}"/>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Modelling &amp; Result</a:t>
            </a:r>
          </a:p>
        </p:txBody>
      </p:sp>
      <p:sp>
        <p:nvSpPr>
          <p:cNvPr id="6" name="Rectangle 5">
            <a:extLst>
              <a:ext uri="{FF2B5EF4-FFF2-40B4-BE49-F238E27FC236}">
                <a16:creationId xmlns:a16="http://schemas.microsoft.com/office/drawing/2014/main" id="{3B7F6AB1-00E0-C56D-4BC6-78BBB15ACC7E}"/>
              </a:ext>
            </a:extLst>
          </p:cNvPr>
          <p:cNvSpPr/>
          <p:nvPr/>
        </p:nvSpPr>
        <p:spPr>
          <a:xfrm>
            <a:off x="1456841" y="1167779"/>
            <a:ext cx="6548034" cy="3483567"/>
          </a:xfrm>
          <a:prstGeom prst="rect">
            <a:avLst/>
          </a:prstGeom>
          <a:noFill/>
          <a:ln w="127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550588D9-445E-E3EE-47D3-CDD08144BE75}"/>
              </a:ext>
            </a:extLst>
          </p:cNvPr>
          <p:cNvPicPr>
            <a:picLocks noChangeAspect="1"/>
          </p:cNvPicPr>
          <p:nvPr/>
        </p:nvPicPr>
        <p:blipFill>
          <a:blip r:embed="rId3"/>
          <a:stretch>
            <a:fillRect/>
          </a:stretch>
        </p:blipFill>
        <p:spPr>
          <a:xfrm>
            <a:off x="237520" y="1022236"/>
            <a:ext cx="8668960" cy="3921569"/>
          </a:xfrm>
          <a:prstGeom prst="rect">
            <a:avLst/>
          </a:prstGeom>
        </p:spPr>
      </p:pic>
    </p:spTree>
    <p:extLst>
      <p:ext uri="{BB962C8B-B14F-4D97-AF65-F5344CB8AC3E}">
        <p14:creationId xmlns:p14="http://schemas.microsoft.com/office/powerpoint/2010/main" val="4168856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TextBox 4">
            <a:extLst>
              <a:ext uri="{FF2B5EF4-FFF2-40B4-BE49-F238E27FC236}">
                <a16:creationId xmlns:a16="http://schemas.microsoft.com/office/drawing/2014/main" id="{9D92B2FF-8614-61F9-FFA7-45E78700C2CC}"/>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Modelling &amp; Result</a:t>
            </a:r>
          </a:p>
        </p:txBody>
      </p:sp>
      <p:sp>
        <p:nvSpPr>
          <p:cNvPr id="6" name="Rectangle 5">
            <a:extLst>
              <a:ext uri="{FF2B5EF4-FFF2-40B4-BE49-F238E27FC236}">
                <a16:creationId xmlns:a16="http://schemas.microsoft.com/office/drawing/2014/main" id="{3B7F6AB1-00E0-C56D-4BC6-78BBB15ACC7E}"/>
              </a:ext>
            </a:extLst>
          </p:cNvPr>
          <p:cNvSpPr/>
          <p:nvPr/>
        </p:nvSpPr>
        <p:spPr>
          <a:xfrm>
            <a:off x="1456841" y="1167779"/>
            <a:ext cx="6548034" cy="3483567"/>
          </a:xfrm>
          <a:prstGeom prst="rect">
            <a:avLst/>
          </a:prstGeom>
          <a:noFill/>
          <a:ln w="127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03E3A461-62B4-DB9D-6EE2-CA668516E6B9}"/>
              </a:ext>
            </a:extLst>
          </p:cNvPr>
          <p:cNvPicPr>
            <a:picLocks noChangeAspect="1"/>
          </p:cNvPicPr>
          <p:nvPr/>
        </p:nvPicPr>
        <p:blipFill>
          <a:blip r:embed="rId3"/>
          <a:stretch>
            <a:fillRect/>
          </a:stretch>
        </p:blipFill>
        <p:spPr>
          <a:xfrm>
            <a:off x="332145" y="1022237"/>
            <a:ext cx="8811855" cy="3945385"/>
          </a:xfrm>
          <a:prstGeom prst="rect">
            <a:avLst/>
          </a:prstGeom>
        </p:spPr>
      </p:pic>
    </p:spTree>
    <p:extLst>
      <p:ext uri="{BB962C8B-B14F-4D97-AF65-F5344CB8AC3E}">
        <p14:creationId xmlns:p14="http://schemas.microsoft.com/office/powerpoint/2010/main" val="22797586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5" name="TextBox 4">
            <a:extLst>
              <a:ext uri="{FF2B5EF4-FFF2-40B4-BE49-F238E27FC236}">
                <a16:creationId xmlns:a16="http://schemas.microsoft.com/office/drawing/2014/main" id="{9D92B2FF-8614-61F9-FFA7-45E78700C2CC}"/>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Modelling &amp; Result</a:t>
            </a:r>
          </a:p>
        </p:txBody>
      </p:sp>
      <p:sp>
        <p:nvSpPr>
          <p:cNvPr id="6" name="Rectangle 5">
            <a:extLst>
              <a:ext uri="{FF2B5EF4-FFF2-40B4-BE49-F238E27FC236}">
                <a16:creationId xmlns:a16="http://schemas.microsoft.com/office/drawing/2014/main" id="{3B7F6AB1-00E0-C56D-4BC6-78BBB15ACC7E}"/>
              </a:ext>
            </a:extLst>
          </p:cNvPr>
          <p:cNvSpPr/>
          <p:nvPr/>
        </p:nvSpPr>
        <p:spPr>
          <a:xfrm>
            <a:off x="1456841" y="1167779"/>
            <a:ext cx="6548034" cy="3483567"/>
          </a:xfrm>
          <a:prstGeom prst="rect">
            <a:avLst/>
          </a:prstGeom>
          <a:noFill/>
          <a:ln w="1270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F1C2BAEB-4CDD-8750-4375-5533D61294A3}"/>
              </a:ext>
            </a:extLst>
          </p:cNvPr>
          <p:cNvPicPr>
            <a:picLocks noChangeAspect="1"/>
          </p:cNvPicPr>
          <p:nvPr/>
        </p:nvPicPr>
        <p:blipFill>
          <a:blip r:embed="rId3"/>
          <a:stretch>
            <a:fillRect/>
          </a:stretch>
        </p:blipFill>
        <p:spPr>
          <a:xfrm>
            <a:off x="0" y="1022237"/>
            <a:ext cx="9143999" cy="3926332"/>
          </a:xfrm>
          <a:prstGeom prst="rect">
            <a:avLst/>
          </a:prstGeom>
        </p:spPr>
      </p:pic>
    </p:spTree>
    <p:extLst>
      <p:ext uri="{BB962C8B-B14F-4D97-AF65-F5344CB8AC3E}">
        <p14:creationId xmlns:p14="http://schemas.microsoft.com/office/powerpoint/2010/main" val="3690568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143933" y="683683"/>
            <a:ext cx="4428068" cy="338554"/>
          </a:xfrm>
          <a:prstGeom prst="rect">
            <a:avLst/>
          </a:prstGeom>
          <a:noFill/>
        </p:spPr>
        <p:txBody>
          <a:bodyPr wrap="square">
            <a:spAutoFit/>
          </a:bodyPr>
          <a:lstStyle/>
          <a:p>
            <a:r>
              <a:rPr lang="en-IN" sz="1600" b="1" dirty="0">
                <a:solidFill>
                  <a:srgbClr val="213163"/>
                </a:solidFill>
              </a:rPr>
              <a:t>Conclusion</a:t>
            </a:r>
            <a:endParaRPr lang="en-IN" sz="16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142495" y="1149763"/>
            <a:ext cx="4445003" cy="4042132"/>
          </a:xfrm>
          <a:prstGeom prst="rect">
            <a:avLst/>
          </a:prstGeom>
          <a:noFill/>
        </p:spPr>
        <p:txBody>
          <a:bodyPr wrap="square" rtlCol="0">
            <a:spAutoFit/>
          </a:bodyPr>
          <a:lstStyle/>
          <a:p>
            <a:pPr marL="173736" indent="-173736">
              <a:spcAft>
                <a:spcPts val="800"/>
              </a:spcAft>
              <a:buFont typeface="Arial" panose="020B0604020202020204" pitchFamily="34" charset="0"/>
              <a:buChar char="•"/>
            </a:pPr>
            <a:r>
              <a:rPr lang="en-US" dirty="0">
                <a:latin typeface="+mn-lt"/>
              </a:rPr>
              <a:t>Average years to become unicorn for any company is 7 years.</a:t>
            </a:r>
          </a:p>
          <a:p>
            <a:pPr marL="173736" indent="-173736">
              <a:spcAft>
                <a:spcPts val="800"/>
              </a:spcAft>
              <a:buFont typeface="Arial" panose="020B0604020202020204" pitchFamily="34" charset="0"/>
              <a:buChar char="•"/>
            </a:pPr>
            <a:r>
              <a:rPr lang="en-US" dirty="0">
                <a:latin typeface="+mn-lt"/>
              </a:rPr>
              <a:t>United State of America has most unicorns ,around 562.</a:t>
            </a:r>
          </a:p>
          <a:p>
            <a:pPr marL="173736" indent="-173736">
              <a:spcAft>
                <a:spcPts val="800"/>
              </a:spcAft>
              <a:buFont typeface="Arial" panose="020B0604020202020204" pitchFamily="34" charset="0"/>
              <a:buChar char="•"/>
            </a:pPr>
            <a:r>
              <a:rPr lang="en-US" dirty="0">
                <a:latin typeface="+mn-lt"/>
              </a:rPr>
              <a:t>The industry that has most unicorn is Fintech industry.</a:t>
            </a:r>
          </a:p>
          <a:p>
            <a:pPr marL="173736" indent="-173736">
              <a:spcAft>
                <a:spcPts val="800"/>
              </a:spcAft>
              <a:buFont typeface="Arial" panose="020B0604020202020204" pitchFamily="34" charset="0"/>
              <a:buChar char="•"/>
            </a:pPr>
            <a:r>
              <a:rPr lang="en-US" dirty="0">
                <a:latin typeface="+mn-lt"/>
              </a:rPr>
              <a:t>2021 was the most successful year ,around 520 companies became unicorns.</a:t>
            </a:r>
          </a:p>
          <a:p>
            <a:pPr marL="173736" indent="-173736">
              <a:spcAft>
                <a:spcPts val="800"/>
              </a:spcAft>
              <a:buFont typeface="Arial" panose="020B0604020202020204" pitchFamily="34" charset="0"/>
              <a:buChar char="•"/>
            </a:pPr>
            <a:r>
              <a:rPr lang="en-US" dirty="0">
                <a:latin typeface="+mn-lt"/>
              </a:rPr>
              <a:t>North America is the continent which has the most unicorns.</a:t>
            </a:r>
          </a:p>
          <a:p>
            <a:pPr marL="173736" indent="-173736">
              <a:spcAft>
                <a:spcPts val="800"/>
              </a:spcAft>
              <a:buFont typeface="Arial" panose="020B0604020202020204" pitchFamily="34" charset="0"/>
              <a:buChar char="•"/>
            </a:pPr>
            <a:r>
              <a:rPr lang="en-US" dirty="0">
                <a:latin typeface="+mn-lt"/>
              </a:rPr>
              <a:t>Tiger Global Management has funded most unicorns , around 41.</a:t>
            </a:r>
          </a:p>
          <a:p>
            <a:pPr marL="173736" indent="-173736">
              <a:spcAft>
                <a:spcPts val="800"/>
              </a:spcAft>
              <a:buFont typeface="Arial" panose="020B0604020202020204" pitchFamily="34" charset="0"/>
              <a:buChar char="•"/>
            </a:pPr>
            <a:r>
              <a:rPr lang="en-US" dirty="0">
                <a:latin typeface="+mn-lt"/>
              </a:rPr>
              <a:t>Zapier is the unicorn ,which has given the most ROI , around 4000%</a:t>
            </a:r>
          </a:p>
          <a:p>
            <a:pPr marL="173736" indent="-173736">
              <a:spcAft>
                <a:spcPts val="800"/>
              </a:spcAft>
              <a:buFont typeface="Arial" panose="020B0604020202020204" pitchFamily="34" charset="0"/>
              <a:buChar char="•"/>
            </a:pPr>
            <a:endParaRPr lang="en-US" dirty="0">
              <a:latin typeface="+mn-lt"/>
            </a:endParaRPr>
          </a:p>
        </p:txBody>
      </p:sp>
      <p:pic>
        <p:nvPicPr>
          <p:cNvPr id="2" name="Picture 1" descr="A pen and papers with check marks&#10;&#10;Description automatically generated">
            <a:extLst>
              <a:ext uri="{FF2B5EF4-FFF2-40B4-BE49-F238E27FC236}">
                <a16:creationId xmlns:a16="http://schemas.microsoft.com/office/drawing/2014/main" id="{911873D4-6E45-41A1-3B3A-557C66561EEF}"/>
              </a:ext>
            </a:extLst>
          </p:cNvPr>
          <p:cNvPicPr>
            <a:picLocks noChangeAspect="1"/>
          </p:cNvPicPr>
          <p:nvPr/>
        </p:nvPicPr>
        <p:blipFill rotWithShape="1">
          <a:blip r:embed="rId3"/>
          <a:srcRect t="17" r="7" b="14"/>
          <a:stretch/>
        </p:blipFill>
        <p:spPr>
          <a:xfrm>
            <a:off x="4798082" y="1398625"/>
            <a:ext cx="4104015" cy="2893338"/>
          </a:xfrm>
          <a:prstGeom prst="rect">
            <a:avLst/>
          </a:prstGeom>
        </p:spPr>
      </p:pic>
    </p:spTree>
    <p:extLst>
      <p:ext uri="{BB962C8B-B14F-4D97-AF65-F5344CB8AC3E}">
        <p14:creationId xmlns:p14="http://schemas.microsoft.com/office/powerpoint/2010/main" val="2046321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lose-up of a thank you card&#10;&#10;Description automatically generated">
            <a:extLst>
              <a:ext uri="{FF2B5EF4-FFF2-40B4-BE49-F238E27FC236}">
                <a16:creationId xmlns:a16="http://schemas.microsoft.com/office/drawing/2014/main" id="{A93903B1-E7A1-B168-DEC2-0635A4163F59}"/>
              </a:ext>
            </a:extLst>
          </p:cNvPr>
          <p:cNvPicPr>
            <a:picLocks noChangeAspect="1"/>
          </p:cNvPicPr>
          <p:nvPr/>
        </p:nvPicPr>
        <p:blipFill rotWithShape="1">
          <a:blip r:embed="rId3"/>
          <a:srcRect l="9710" t="21904" r="9339"/>
          <a:stretch/>
        </p:blipFill>
        <p:spPr>
          <a:xfrm>
            <a:off x="575375" y="402956"/>
            <a:ext cx="7993251" cy="4337588"/>
          </a:xfrm>
          <a:prstGeom prst="rect">
            <a:avLst/>
          </a:prstGeom>
        </p:spPr>
      </p:pic>
      <p:grpSp>
        <p:nvGrpSpPr>
          <p:cNvPr id="2" name="Group 1">
            <a:extLst>
              <a:ext uri="{FF2B5EF4-FFF2-40B4-BE49-F238E27FC236}">
                <a16:creationId xmlns:a16="http://schemas.microsoft.com/office/drawing/2014/main" id="{CEE0173B-95AD-2DE9-9875-1230DDB2626C}"/>
              </a:ext>
            </a:extLst>
          </p:cNvPr>
          <p:cNvGrpSpPr/>
          <p:nvPr/>
        </p:nvGrpSpPr>
        <p:grpSpPr>
          <a:xfrm>
            <a:off x="3471621" y="3184902"/>
            <a:ext cx="2200759" cy="813661"/>
            <a:chOff x="3246895" y="3184902"/>
            <a:chExt cx="2200759" cy="813661"/>
          </a:xfrm>
        </p:grpSpPr>
        <p:sp>
          <p:nvSpPr>
            <p:cNvPr id="7" name="Rectangle: Rounded Corners 6">
              <a:extLst>
                <a:ext uri="{FF2B5EF4-FFF2-40B4-BE49-F238E27FC236}">
                  <a16:creationId xmlns:a16="http://schemas.microsoft.com/office/drawing/2014/main" id="{7DB8DC4F-8F3C-8864-0B3A-2CEA4109D402}"/>
                </a:ext>
              </a:extLst>
            </p:cNvPr>
            <p:cNvSpPr/>
            <p:nvPr/>
          </p:nvSpPr>
          <p:spPr>
            <a:xfrm>
              <a:off x="3246895" y="3184902"/>
              <a:ext cx="2200759" cy="813661"/>
            </a:xfrm>
            <a:prstGeom prst="roundRect">
              <a:avLst>
                <a:gd name="adj" fmla="val 12730"/>
              </a:avLst>
            </a:prstGeom>
            <a:solidFill>
              <a:schemeClr val="bg1">
                <a:alpha val="44000"/>
              </a:schemeClr>
            </a:solidFill>
            <a:ln>
              <a:solidFill>
                <a:schemeClr val="tx2">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6" name="Picture 5" descr="A close up of a logo&#10;&#10;Description automatically generated">
              <a:extLst>
                <a:ext uri="{FF2B5EF4-FFF2-40B4-BE49-F238E27FC236}">
                  <a16:creationId xmlns:a16="http://schemas.microsoft.com/office/drawing/2014/main" id="{D1CBC941-B5EE-0296-38A5-2CB11104E0D2}"/>
                </a:ext>
              </a:extLst>
            </p:cNvPr>
            <p:cNvPicPr>
              <a:picLocks noChangeAspect="1"/>
            </p:cNvPicPr>
            <p:nvPr/>
          </p:nvPicPr>
          <p:blipFill>
            <a:blip r:embed="rId4"/>
            <a:stretch>
              <a:fillRect/>
            </a:stretch>
          </p:blipFill>
          <p:spPr>
            <a:xfrm>
              <a:off x="3551416" y="3332885"/>
              <a:ext cx="1591717" cy="517694"/>
            </a:xfrm>
            <a:prstGeom prst="rect">
              <a:avLst/>
            </a:prstGeom>
          </p:spPr>
        </p:pic>
      </p:grpSp>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2.xml><?xml version="1.0" encoding="utf-8"?>
<ds:datastoreItem xmlns:ds="http://schemas.openxmlformats.org/officeDocument/2006/customXml" ds:itemID="{A6559A34-456E-49A1-8157-9E3D18BFAD36}">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2872</TotalTime>
  <Words>443</Words>
  <Application>Microsoft Office PowerPoint</Application>
  <PresentationFormat>On-screen Show (16:9)</PresentationFormat>
  <Paragraphs>48</Paragraphs>
  <Slides>13</Slides>
  <Notes>13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Gill Sans MT</vt:lpstr>
      <vt:lpstr>Times New Roman</vt:lpstr>
      <vt:lpstr>Custom Design</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m p</cp:lastModifiedBy>
  <cp:revision>57</cp:revision>
  <dcterms:modified xsi:type="dcterms:W3CDTF">2025-08-15T15:54:56Z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NXPowerLiteLastOptimized">
    <vt:lpwstr>1434197</vt:lpwstr>
  </property>
  <property fmtid="{D5CDD505-2E9C-101B-9397-08002B2CF9AE}" pid="4" name="NXPowerLiteSettings">
    <vt:lpwstr>F7000400038000</vt:lpwstr>
  </property>
  <property fmtid="{D5CDD505-2E9C-101B-9397-08002B2CF9AE}" pid="5" name="NXPowerLiteVersion">
    <vt:lpwstr>S10.2.0</vt:lpwstr>
  </property>
</Properties>
</file>